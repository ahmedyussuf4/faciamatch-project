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IM Fell Italics" charset="1" panose="02000000000000000000"/>
      <p:regular r:id="rId13"/>
    </p:embeddedFont>
    <p:embeddedFont>
      <p:font typeface="IM Fell" charset="1" panose="02000000000000000000"/>
      <p:regular r:id="rId14"/>
    </p:embeddedFont>
    <p:embeddedFont>
      <p:font typeface="Libra Serif Modern Bold" charset="1" panose="02000803080000020004"/>
      <p:regular r:id="rId15"/>
    </p:embeddedFont>
    <p:embeddedFont>
      <p:font typeface="Cinzel" charset="1" panose="00000500000000000000"/>
      <p:regular r:id="rId16"/>
    </p:embeddedFont>
    <p:embeddedFont>
      <p:font typeface="Canva Sans" charset="1" panose="020B0503030501040103"/>
      <p:regular r:id="rId17"/>
    </p:embeddedFont>
    <p:embeddedFont>
      <p:font typeface="Cinzel Bold" charset="1" panose="00000800000000000000"/>
      <p:regular r:id="rId18"/>
    </p:embeddedFont>
    <p:embeddedFont>
      <p:font typeface="Libra Serif Modern" charset="1" panose="02000503080000020004"/>
      <p:regular r:id="rId19"/>
    </p:embeddedFont>
    <p:embeddedFont>
      <p:font typeface="Symphony Bold" charset="1" panose="000000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9.png" Type="http://schemas.openxmlformats.org/officeDocument/2006/relationships/image"/><Relationship Id="rId8" Target="../media/image10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11.png" Type="http://schemas.openxmlformats.org/officeDocument/2006/relationships/image"/><Relationship Id="rId4" Target="../media/image12.png" Type="http://schemas.openxmlformats.org/officeDocument/2006/relationships/image"/><Relationship Id="rId5" Target="../media/image13.pn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14.png" Type="http://schemas.openxmlformats.org/officeDocument/2006/relationships/image"/><Relationship Id="rId4" Target="../media/image15.png" Type="http://schemas.openxmlformats.org/officeDocument/2006/relationships/image"/><Relationship Id="rId5" Target="../media/image9.png" Type="http://schemas.openxmlformats.org/officeDocument/2006/relationships/image"/><Relationship Id="rId6" Target="../media/image10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16.pn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17.png" Type="http://schemas.openxmlformats.org/officeDocument/2006/relationships/image"/><Relationship Id="rId4" Target="../media/image18.png" Type="http://schemas.openxmlformats.org/officeDocument/2006/relationships/image"/><Relationship Id="rId5" Target="../media/image9.png" Type="http://schemas.openxmlformats.org/officeDocument/2006/relationships/image"/><Relationship Id="rId6" Target="../media/image10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png" Type="http://schemas.openxmlformats.org/officeDocument/2006/relationships/image"/><Relationship Id="rId4" Target="../media/image21.png" Type="http://schemas.openxmlformats.org/officeDocument/2006/relationships/image"/><Relationship Id="rId5" Target="../media/image2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4656573" y="0"/>
                  </a:moveTo>
                  <a:lnTo>
                    <a:pt x="160020" y="0"/>
                  </a:lnTo>
                  <a:lnTo>
                    <a:pt x="0" y="160020"/>
                  </a:lnTo>
                  <a:lnTo>
                    <a:pt x="0" y="2549313"/>
                  </a:lnTo>
                  <a:lnTo>
                    <a:pt x="160020" y="2709333"/>
                  </a:lnTo>
                  <a:lnTo>
                    <a:pt x="4656573" y="2709333"/>
                  </a:lnTo>
                  <a:lnTo>
                    <a:pt x="4816592" y="2549313"/>
                  </a:lnTo>
                  <a:lnTo>
                    <a:pt x="4816592" y="160020"/>
                  </a:lnTo>
                  <a:lnTo>
                    <a:pt x="4656573" y="0"/>
                  </a:lnTo>
                  <a:close/>
                </a:path>
              </a:pathLst>
            </a:custGeom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63500" y="25400"/>
              <a:ext cx="4689593" cy="2620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C8C3BF">
                <a:alpha val="3098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28700" y="1304164"/>
            <a:ext cx="1414760" cy="1414760"/>
            <a:chOff x="0" y="0"/>
            <a:chExt cx="596900" cy="5969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96900" cy="596900"/>
            </a:xfrm>
            <a:custGeom>
              <a:avLst/>
              <a:gdLst/>
              <a:ahLst/>
              <a:cxnLst/>
              <a:rect r="r" b="b" t="t" l="l"/>
              <a:pathLst>
                <a:path h="596900" w="596900">
                  <a:moveTo>
                    <a:pt x="297180" y="297180"/>
                  </a:moveTo>
                  <a:cubicBezTo>
                    <a:pt x="287020" y="464820"/>
                    <a:pt x="158750" y="593090"/>
                    <a:pt x="0" y="596900"/>
                  </a:cubicBezTo>
                  <a:cubicBezTo>
                    <a:pt x="2540" y="436880"/>
                    <a:pt x="130810" y="307340"/>
                    <a:pt x="297180" y="297180"/>
                  </a:cubicBezTo>
                  <a:close/>
                  <a:cubicBezTo>
                    <a:pt x="464820" y="307340"/>
                    <a:pt x="593090" y="436880"/>
                    <a:pt x="596900" y="596900"/>
                  </a:cubicBezTo>
                  <a:cubicBezTo>
                    <a:pt x="436880" y="593090"/>
                    <a:pt x="307340" y="464820"/>
                    <a:pt x="297180" y="297180"/>
                  </a:cubicBezTo>
                  <a:close/>
                  <a:moveTo>
                    <a:pt x="0" y="0"/>
                  </a:moveTo>
                  <a:cubicBezTo>
                    <a:pt x="158750" y="2540"/>
                    <a:pt x="287020" y="130810"/>
                    <a:pt x="297180" y="297180"/>
                  </a:cubicBezTo>
                  <a:cubicBezTo>
                    <a:pt x="130810" y="287020"/>
                    <a:pt x="2540" y="158750"/>
                    <a:pt x="0" y="0"/>
                  </a:cubicBezTo>
                  <a:close/>
                  <a:moveTo>
                    <a:pt x="596900" y="0"/>
                  </a:moveTo>
                  <a:cubicBezTo>
                    <a:pt x="593090" y="158750"/>
                    <a:pt x="464820" y="287020"/>
                    <a:pt x="297180" y="297180"/>
                  </a:cubicBezTo>
                  <a:cubicBezTo>
                    <a:pt x="307340" y="130810"/>
                    <a:pt x="436880" y="2540"/>
                    <a:pt x="5969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27000" y="88900"/>
              <a:ext cx="342900" cy="381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AutoShape 11" id="11"/>
          <p:cNvSpPr/>
          <p:nvPr/>
        </p:nvSpPr>
        <p:spPr>
          <a:xfrm>
            <a:off x="1873812" y="1854762"/>
            <a:ext cx="15385488" cy="1905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 flipV="true">
            <a:off x="17259300" y="85734"/>
            <a:ext cx="374549" cy="1769028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3" id="13"/>
          <p:cNvGrpSpPr>
            <a:grpSpLocks noChangeAspect="true"/>
          </p:cNvGrpSpPr>
          <p:nvPr/>
        </p:nvGrpSpPr>
        <p:grpSpPr>
          <a:xfrm rot="0">
            <a:off x="11094784" y="2718924"/>
            <a:ext cx="5130225" cy="5948865"/>
            <a:chOff x="0" y="0"/>
            <a:chExt cx="7548118" cy="875258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648843" y="390652"/>
              <a:ext cx="6250432" cy="7971409"/>
            </a:xfrm>
            <a:custGeom>
              <a:avLst/>
              <a:gdLst/>
              <a:ahLst/>
              <a:cxnLst/>
              <a:rect r="r" b="b" t="t" l="l"/>
              <a:pathLst>
                <a:path h="7971409" w="6250432">
                  <a:moveTo>
                    <a:pt x="0" y="7971409"/>
                  </a:moveTo>
                  <a:lnTo>
                    <a:pt x="0" y="3197733"/>
                  </a:lnTo>
                  <a:cubicBezTo>
                    <a:pt x="11557" y="2327275"/>
                    <a:pt x="381254" y="1508125"/>
                    <a:pt x="1041019" y="891032"/>
                  </a:cubicBezTo>
                  <a:cubicBezTo>
                    <a:pt x="1637538" y="333121"/>
                    <a:pt x="2416556" y="0"/>
                    <a:pt x="3125216" y="0"/>
                  </a:cubicBezTo>
                  <a:cubicBezTo>
                    <a:pt x="3833876" y="0"/>
                    <a:pt x="4612894" y="333121"/>
                    <a:pt x="5209413" y="891032"/>
                  </a:cubicBezTo>
                  <a:cubicBezTo>
                    <a:pt x="5869178" y="1508252"/>
                    <a:pt x="6238875" y="2327275"/>
                    <a:pt x="6250432" y="3197733"/>
                  </a:cubicBezTo>
                  <a:lnTo>
                    <a:pt x="6250432" y="7971409"/>
                  </a:lnTo>
                  <a:lnTo>
                    <a:pt x="0" y="7971409"/>
                  </a:lnTo>
                  <a:close/>
                </a:path>
              </a:pathLst>
            </a:custGeom>
            <a:blipFill>
              <a:blip r:embed="rId2"/>
              <a:stretch>
                <a:fillRect l="0" t="-263" r="0" b="-263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20955" y="0"/>
              <a:ext cx="7506082" cy="8752332"/>
            </a:xfrm>
            <a:custGeom>
              <a:avLst/>
              <a:gdLst/>
              <a:ahLst/>
              <a:cxnLst/>
              <a:rect r="r" b="b" t="t" l="l"/>
              <a:pathLst>
                <a:path h="8752332" w="7506082">
                  <a:moveTo>
                    <a:pt x="5843778" y="1274572"/>
                  </a:moveTo>
                  <a:cubicBezTo>
                    <a:pt x="5245608" y="715010"/>
                    <a:pt x="4464050" y="381000"/>
                    <a:pt x="3753104" y="381000"/>
                  </a:cubicBezTo>
                  <a:cubicBezTo>
                    <a:pt x="3042158" y="381000"/>
                    <a:pt x="2260600" y="715010"/>
                    <a:pt x="1662430" y="1274572"/>
                  </a:cubicBezTo>
                  <a:cubicBezTo>
                    <a:pt x="1000887" y="1893570"/>
                    <a:pt x="630047" y="2715133"/>
                    <a:pt x="618363" y="3588385"/>
                  </a:cubicBezTo>
                  <a:lnTo>
                    <a:pt x="618363" y="8371586"/>
                  </a:lnTo>
                  <a:lnTo>
                    <a:pt x="6887845" y="8371586"/>
                  </a:lnTo>
                  <a:lnTo>
                    <a:pt x="6887845" y="3588258"/>
                  </a:lnTo>
                  <a:cubicBezTo>
                    <a:pt x="6876161" y="2715133"/>
                    <a:pt x="6505321" y="1893570"/>
                    <a:pt x="5843778" y="1274572"/>
                  </a:cubicBezTo>
                  <a:close/>
                  <a:moveTo>
                    <a:pt x="6868795" y="8352536"/>
                  </a:moveTo>
                  <a:lnTo>
                    <a:pt x="637413" y="8352536"/>
                  </a:lnTo>
                  <a:lnTo>
                    <a:pt x="637413" y="3588512"/>
                  </a:lnTo>
                  <a:cubicBezTo>
                    <a:pt x="648970" y="2720721"/>
                    <a:pt x="1017651" y="1903857"/>
                    <a:pt x="1675384" y="1288542"/>
                  </a:cubicBezTo>
                  <a:cubicBezTo>
                    <a:pt x="2270252" y="732155"/>
                    <a:pt x="3046857" y="400050"/>
                    <a:pt x="3753104" y="400050"/>
                  </a:cubicBezTo>
                  <a:cubicBezTo>
                    <a:pt x="4459351" y="400050"/>
                    <a:pt x="5235956" y="732155"/>
                    <a:pt x="5830697" y="1288542"/>
                  </a:cubicBezTo>
                  <a:cubicBezTo>
                    <a:pt x="6488430" y="1903857"/>
                    <a:pt x="6857111" y="2720594"/>
                    <a:pt x="6868668" y="3588385"/>
                  </a:cubicBezTo>
                  <a:lnTo>
                    <a:pt x="6868668" y="8352536"/>
                  </a:lnTo>
                  <a:close/>
                  <a:moveTo>
                    <a:pt x="7440676" y="3732784"/>
                  </a:moveTo>
                  <a:cubicBezTo>
                    <a:pt x="7404100" y="3717544"/>
                    <a:pt x="7371208" y="3695446"/>
                    <a:pt x="7343013" y="3667506"/>
                  </a:cubicBezTo>
                  <a:cubicBezTo>
                    <a:pt x="7314693" y="3639439"/>
                    <a:pt x="7292468" y="3606800"/>
                    <a:pt x="7276973" y="3570351"/>
                  </a:cubicBezTo>
                  <a:cubicBezTo>
                    <a:pt x="7273544" y="3562223"/>
                    <a:pt x="7270496" y="3554095"/>
                    <a:pt x="7267830" y="3545840"/>
                  </a:cubicBezTo>
                  <a:cubicBezTo>
                    <a:pt x="7244843" y="2582164"/>
                    <a:pt x="6832727" y="1678178"/>
                    <a:pt x="6104128" y="996569"/>
                  </a:cubicBezTo>
                  <a:cubicBezTo>
                    <a:pt x="5437124" y="372491"/>
                    <a:pt x="4558157" y="0"/>
                    <a:pt x="3753104" y="0"/>
                  </a:cubicBezTo>
                  <a:cubicBezTo>
                    <a:pt x="2948051" y="0"/>
                    <a:pt x="2069084" y="372491"/>
                    <a:pt x="1402207" y="996442"/>
                  </a:cubicBezTo>
                  <a:cubicBezTo>
                    <a:pt x="663448" y="1687449"/>
                    <a:pt x="249809" y="2607056"/>
                    <a:pt x="237490" y="3586226"/>
                  </a:cubicBezTo>
                  <a:lnTo>
                    <a:pt x="237490" y="6819900"/>
                  </a:lnTo>
                  <a:cubicBezTo>
                    <a:pt x="234569" y="6829298"/>
                    <a:pt x="231394" y="6838569"/>
                    <a:pt x="227584" y="6847586"/>
                  </a:cubicBezTo>
                  <a:cubicBezTo>
                    <a:pt x="212344" y="6884162"/>
                    <a:pt x="190246" y="6917055"/>
                    <a:pt x="162306" y="6945249"/>
                  </a:cubicBezTo>
                  <a:cubicBezTo>
                    <a:pt x="134239" y="6973570"/>
                    <a:pt x="101600" y="6995795"/>
                    <a:pt x="65151" y="7011289"/>
                  </a:cubicBezTo>
                  <a:cubicBezTo>
                    <a:pt x="44069" y="7020306"/>
                    <a:pt x="22352" y="7026783"/>
                    <a:pt x="0" y="7030847"/>
                  </a:cubicBezTo>
                  <a:cubicBezTo>
                    <a:pt x="22352" y="7034784"/>
                    <a:pt x="44196" y="7041134"/>
                    <a:pt x="65278" y="7049897"/>
                  </a:cubicBezTo>
                  <a:cubicBezTo>
                    <a:pt x="101854" y="7065137"/>
                    <a:pt x="134747" y="7087235"/>
                    <a:pt x="162941" y="7115175"/>
                  </a:cubicBezTo>
                  <a:cubicBezTo>
                    <a:pt x="191262" y="7143242"/>
                    <a:pt x="213487" y="7175881"/>
                    <a:pt x="228981" y="7212330"/>
                  </a:cubicBezTo>
                  <a:cubicBezTo>
                    <a:pt x="232156" y="7219824"/>
                    <a:pt x="234950" y="7227443"/>
                    <a:pt x="237490" y="7235063"/>
                  </a:cubicBezTo>
                  <a:lnTo>
                    <a:pt x="237490" y="8709787"/>
                  </a:lnTo>
                  <a:cubicBezTo>
                    <a:pt x="237490" y="8733282"/>
                    <a:pt x="256540" y="8752332"/>
                    <a:pt x="280035" y="8752332"/>
                  </a:cubicBezTo>
                  <a:lnTo>
                    <a:pt x="7226427" y="8752332"/>
                  </a:lnTo>
                  <a:cubicBezTo>
                    <a:pt x="7249922" y="8752332"/>
                    <a:pt x="7268972" y="8733282"/>
                    <a:pt x="7268972" y="8709787"/>
                  </a:cubicBezTo>
                  <a:lnTo>
                    <a:pt x="7268972" y="3961765"/>
                  </a:lnTo>
                  <a:cubicBezTo>
                    <a:pt x="7271766" y="3952875"/>
                    <a:pt x="7274941" y="3943985"/>
                    <a:pt x="7278497" y="3935349"/>
                  </a:cubicBezTo>
                  <a:cubicBezTo>
                    <a:pt x="7293737" y="3898773"/>
                    <a:pt x="7315835" y="3865880"/>
                    <a:pt x="7343775" y="3837686"/>
                  </a:cubicBezTo>
                  <a:cubicBezTo>
                    <a:pt x="7371843" y="3809365"/>
                    <a:pt x="7404482" y="3787140"/>
                    <a:pt x="7440931" y="3771646"/>
                  </a:cubicBezTo>
                  <a:cubicBezTo>
                    <a:pt x="7462012" y="3762629"/>
                    <a:pt x="7483730" y="3756152"/>
                    <a:pt x="7506082" y="3752088"/>
                  </a:cubicBezTo>
                  <a:cubicBezTo>
                    <a:pt x="7483602" y="3748024"/>
                    <a:pt x="7461758" y="3741547"/>
                    <a:pt x="7440676" y="3732784"/>
                  </a:cubicBezTo>
                  <a:close/>
                  <a:moveTo>
                    <a:pt x="7249795" y="8710041"/>
                  </a:moveTo>
                  <a:cubicBezTo>
                    <a:pt x="7249795" y="8722995"/>
                    <a:pt x="7239254" y="8733536"/>
                    <a:pt x="7226300" y="8733536"/>
                  </a:cubicBezTo>
                  <a:lnTo>
                    <a:pt x="279908" y="8733536"/>
                  </a:lnTo>
                  <a:cubicBezTo>
                    <a:pt x="266954" y="8733536"/>
                    <a:pt x="256413" y="8722995"/>
                    <a:pt x="256413" y="8710041"/>
                  </a:cubicBezTo>
                  <a:lnTo>
                    <a:pt x="256413" y="7243699"/>
                  </a:lnTo>
                  <a:cubicBezTo>
                    <a:pt x="259588" y="7233158"/>
                    <a:pt x="263271" y="7222744"/>
                    <a:pt x="267462" y="7212457"/>
                  </a:cubicBezTo>
                  <a:cubicBezTo>
                    <a:pt x="282702" y="7175881"/>
                    <a:pt x="304800" y="7142988"/>
                    <a:pt x="332740" y="7114794"/>
                  </a:cubicBezTo>
                  <a:cubicBezTo>
                    <a:pt x="360807" y="7086473"/>
                    <a:pt x="393446" y="7064248"/>
                    <a:pt x="429895" y="7048753"/>
                  </a:cubicBezTo>
                  <a:cubicBezTo>
                    <a:pt x="450977" y="7039736"/>
                    <a:pt x="472694" y="7033260"/>
                    <a:pt x="495046" y="7029196"/>
                  </a:cubicBezTo>
                  <a:cubicBezTo>
                    <a:pt x="472694" y="7025259"/>
                    <a:pt x="450850" y="7018909"/>
                    <a:pt x="429768" y="7010146"/>
                  </a:cubicBezTo>
                  <a:cubicBezTo>
                    <a:pt x="393192" y="6994906"/>
                    <a:pt x="360299" y="6972808"/>
                    <a:pt x="332105" y="6944868"/>
                  </a:cubicBezTo>
                  <a:cubicBezTo>
                    <a:pt x="303784" y="6916800"/>
                    <a:pt x="281559" y="6884161"/>
                    <a:pt x="266065" y="6847712"/>
                  </a:cubicBezTo>
                  <a:cubicBezTo>
                    <a:pt x="262382" y="6839076"/>
                    <a:pt x="259207" y="6830440"/>
                    <a:pt x="256413" y="6821550"/>
                  </a:cubicBezTo>
                  <a:lnTo>
                    <a:pt x="256413" y="3585972"/>
                  </a:lnTo>
                  <a:cubicBezTo>
                    <a:pt x="268732" y="2612517"/>
                    <a:pt x="680212" y="1697863"/>
                    <a:pt x="1415161" y="1010285"/>
                  </a:cubicBezTo>
                  <a:cubicBezTo>
                    <a:pt x="2078736" y="389636"/>
                    <a:pt x="2952750" y="19050"/>
                    <a:pt x="3753104" y="19050"/>
                  </a:cubicBezTo>
                  <a:cubicBezTo>
                    <a:pt x="4553458" y="19050"/>
                    <a:pt x="5427472" y="389636"/>
                    <a:pt x="6091047" y="1010285"/>
                  </a:cubicBezTo>
                  <a:cubicBezTo>
                    <a:pt x="6814693" y="1687195"/>
                    <a:pt x="7224395" y="2584450"/>
                    <a:pt x="7248652" y="3541395"/>
                  </a:cubicBezTo>
                  <a:cubicBezTo>
                    <a:pt x="7245732" y="3551174"/>
                    <a:pt x="7242302" y="3560826"/>
                    <a:pt x="7238238" y="3570351"/>
                  </a:cubicBezTo>
                  <a:cubicBezTo>
                    <a:pt x="7222998" y="3606927"/>
                    <a:pt x="7200900" y="3639820"/>
                    <a:pt x="7172960" y="3668014"/>
                  </a:cubicBezTo>
                  <a:cubicBezTo>
                    <a:pt x="7145020" y="3696208"/>
                    <a:pt x="7112254" y="3718560"/>
                    <a:pt x="7075805" y="3734054"/>
                  </a:cubicBezTo>
                  <a:cubicBezTo>
                    <a:pt x="7054723" y="3743071"/>
                    <a:pt x="7033006" y="3749548"/>
                    <a:pt x="7010654" y="3753612"/>
                  </a:cubicBezTo>
                  <a:cubicBezTo>
                    <a:pt x="7033006" y="3757549"/>
                    <a:pt x="7054850" y="3763899"/>
                    <a:pt x="7075932" y="3772662"/>
                  </a:cubicBezTo>
                  <a:cubicBezTo>
                    <a:pt x="7112508" y="3787903"/>
                    <a:pt x="7145401" y="3810000"/>
                    <a:pt x="7173595" y="3837941"/>
                  </a:cubicBezTo>
                  <a:cubicBezTo>
                    <a:pt x="7201916" y="3866007"/>
                    <a:pt x="7224141" y="3898647"/>
                    <a:pt x="7239635" y="3935095"/>
                  </a:cubicBezTo>
                  <a:cubicBezTo>
                    <a:pt x="7243445" y="3944112"/>
                    <a:pt x="7246747" y="3953256"/>
                    <a:pt x="7249668" y="3962400"/>
                  </a:cubicBezTo>
                  <a:lnTo>
                    <a:pt x="7249795" y="8710041"/>
                  </a:lnTo>
                  <a:lnTo>
                    <a:pt x="7249795" y="8710041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-987058" y="7034691"/>
            <a:ext cx="7461123" cy="3766659"/>
            <a:chOff x="0" y="0"/>
            <a:chExt cx="1965069" cy="99204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965069" cy="992042"/>
            </a:xfrm>
            <a:custGeom>
              <a:avLst/>
              <a:gdLst/>
              <a:ahLst/>
              <a:cxnLst/>
              <a:rect r="r" b="b" t="t" l="l"/>
              <a:pathLst>
                <a:path h="992042" w="1965069">
                  <a:moveTo>
                    <a:pt x="20753" y="0"/>
                  </a:moveTo>
                  <a:lnTo>
                    <a:pt x="1944317" y="0"/>
                  </a:lnTo>
                  <a:cubicBezTo>
                    <a:pt x="1949821" y="0"/>
                    <a:pt x="1955099" y="2186"/>
                    <a:pt x="1958991" y="6078"/>
                  </a:cubicBezTo>
                  <a:cubicBezTo>
                    <a:pt x="1962883" y="9970"/>
                    <a:pt x="1965069" y="15249"/>
                    <a:pt x="1965069" y="20753"/>
                  </a:cubicBezTo>
                  <a:lnTo>
                    <a:pt x="1965069" y="971289"/>
                  </a:lnTo>
                  <a:cubicBezTo>
                    <a:pt x="1965069" y="982751"/>
                    <a:pt x="1955778" y="992042"/>
                    <a:pt x="1944317" y="992042"/>
                  </a:cubicBezTo>
                  <a:lnTo>
                    <a:pt x="20753" y="992042"/>
                  </a:lnTo>
                  <a:cubicBezTo>
                    <a:pt x="15249" y="992042"/>
                    <a:pt x="9970" y="989855"/>
                    <a:pt x="6078" y="985964"/>
                  </a:cubicBezTo>
                  <a:cubicBezTo>
                    <a:pt x="2186" y="982072"/>
                    <a:pt x="0" y="976793"/>
                    <a:pt x="0" y="971289"/>
                  </a:cubicBezTo>
                  <a:lnTo>
                    <a:pt x="0" y="20753"/>
                  </a:lnTo>
                  <a:cubicBezTo>
                    <a:pt x="0" y="15249"/>
                    <a:pt x="2186" y="9970"/>
                    <a:pt x="6078" y="6078"/>
                  </a:cubicBezTo>
                  <a:cubicBezTo>
                    <a:pt x="9970" y="2186"/>
                    <a:pt x="15249" y="0"/>
                    <a:pt x="20753" y="0"/>
                  </a:cubicBezTo>
                  <a:close/>
                </a:path>
              </a:pathLst>
            </a:custGeom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965069" cy="10301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6098863" y="6756712"/>
            <a:ext cx="653182" cy="653182"/>
            <a:chOff x="0" y="0"/>
            <a:chExt cx="596900" cy="5969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96900" cy="596900"/>
            </a:xfrm>
            <a:custGeom>
              <a:avLst/>
              <a:gdLst/>
              <a:ahLst/>
              <a:cxnLst/>
              <a:rect r="r" b="b" t="t" l="l"/>
              <a:pathLst>
                <a:path h="596900" w="596900">
                  <a:moveTo>
                    <a:pt x="297180" y="297180"/>
                  </a:moveTo>
                  <a:cubicBezTo>
                    <a:pt x="287020" y="464820"/>
                    <a:pt x="158750" y="593090"/>
                    <a:pt x="0" y="596900"/>
                  </a:cubicBezTo>
                  <a:cubicBezTo>
                    <a:pt x="2540" y="436880"/>
                    <a:pt x="130810" y="307340"/>
                    <a:pt x="297180" y="297180"/>
                  </a:cubicBezTo>
                  <a:close/>
                  <a:cubicBezTo>
                    <a:pt x="464820" y="307340"/>
                    <a:pt x="593090" y="436880"/>
                    <a:pt x="596900" y="596900"/>
                  </a:cubicBezTo>
                  <a:cubicBezTo>
                    <a:pt x="436880" y="593090"/>
                    <a:pt x="307340" y="464820"/>
                    <a:pt x="297180" y="297180"/>
                  </a:cubicBezTo>
                  <a:close/>
                  <a:moveTo>
                    <a:pt x="0" y="0"/>
                  </a:moveTo>
                  <a:cubicBezTo>
                    <a:pt x="158750" y="2540"/>
                    <a:pt x="287020" y="130810"/>
                    <a:pt x="297180" y="297180"/>
                  </a:cubicBezTo>
                  <a:cubicBezTo>
                    <a:pt x="130810" y="287020"/>
                    <a:pt x="2540" y="158750"/>
                    <a:pt x="0" y="0"/>
                  </a:cubicBezTo>
                  <a:close/>
                  <a:moveTo>
                    <a:pt x="596900" y="0"/>
                  </a:moveTo>
                  <a:cubicBezTo>
                    <a:pt x="593090" y="158750"/>
                    <a:pt x="464820" y="287020"/>
                    <a:pt x="297180" y="297180"/>
                  </a:cubicBezTo>
                  <a:cubicBezTo>
                    <a:pt x="307340" y="130810"/>
                    <a:pt x="436880" y="2540"/>
                    <a:pt x="5969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127000" y="88900"/>
              <a:ext cx="342900" cy="381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736080" y="4371975"/>
            <a:ext cx="7807512" cy="1640273"/>
            <a:chOff x="0" y="0"/>
            <a:chExt cx="2056299" cy="43200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056299" cy="432006"/>
            </a:xfrm>
            <a:custGeom>
              <a:avLst/>
              <a:gdLst/>
              <a:ahLst/>
              <a:cxnLst/>
              <a:rect r="r" b="b" t="t" l="l"/>
              <a:pathLst>
                <a:path h="432006" w="2056299">
                  <a:moveTo>
                    <a:pt x="1853099" y="0"/>
                  </a:moveTo>
                  <a:cubicBezTo>
                    <a:pt x="1965324" y="0"/>
                    <a:pt x="2056299" y="96708"/>
                    <a:pt x="2056299" y="216003"/>
                  </a:cubicBezTo>
                  <a:cubicBezTo>
                    <a:pt x="2056299" y="335298"/>
                    <a:pt x="1965324" y="432006"/>
                    <a:pt x="1853099" y="432006"/>
                  </a:cubicBezTo>
                  <a:lnTo>
                    <a:pt x="203200" y="432006"/>
                  </a:lnTo>
                  <a:cubicBezTo>
                    <a:pt x="90976" y="432006"/>
                    <a:pt x="0" y="335298"/>
                    <a:pt x="0" y="216003"/>
                  </a:cubicBezTo>
                  <a:cubicBezTo>
                    <a:pt x="0" y="9670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7E6958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2056299" cy="4701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6381406" y="6349064"/>
            <a:ext cx="1755788" cy="1468477"/>
            <a:chOff x="0" y="0"/>
            <a:chExt cx="698500" cy="5842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98500" cy="584200"/>
            </a:xfrm>
            <a:custGeom>
              <a:avLst/>
              <a:gdLst/>
              <a:ahLst/>
              <a:cxnLst/>
              <a:rect r="r" b="b" t="t" l="l"/>
              <a:pathLst>
                <a:path h="584200" w="698500">
                  <a:moveTo>
                    <a:pt x="698500" y="176714"/>
                  </a:moveTo>
                  <a:cubicBezTo>
                    <a:pt x="693867" y="67967"/>
                    <a:pt x="617595" y="0"/>
                    <a:pt x="517807" y="0"/>
                  </a:cubicBezTo>
                  <a:cubicBezTo>
                    <a:pt x="442018" y="2"/>
                    <a:pt x="371789" y="45644"/>
                    <a:pt x="342391" y="110355"/>
                  </a:cubicBezTo>
                  <a:cubicBezTo>
                    <a:pt x="314122" y="45646"/>
                    <a:pt x="246606" y="0"/>
                    <a:pt x="173732" y="0"/>
                  </a:cubicBezTo>
                  <a:cubicBezTo>
                    <a:pt x="77783" y="0"/>
                    <a:pt x="4455" y="67967"/>
                    <a:pt x="0" y="176714"/>
                  </a:cubicBezTo>
                  <a:cubicBezTo>
                    <a:pt x="0" y="402599"/>
                    <a:pt x="173168" y="513406"/>
                    <a:pt x="342391" y="584200"/>
                  </a:cubicBezTo>
                  <a:cubicBezTo>
                    <a:pt x="518403" y="513408"/>
                    <a:pt x="698500" y="402626"/>
                    <a:pt x="698500" y="176714"/>
                  </a:cubicBezTo>
                  <a:close/>
                </a:path>
              </a:pathLst>
            </a:custGeom>
            <a:solidFill>
              <a:srgbClr val="877760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63500" y="69850"/>
              <a:ext cx="571500" cy="438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6739553" y="8388906"/>
            <a:ext cx="1039493" cy="869394"/>
            <a:chOff x="0" y="0"/>
            <a:chExt cx="698500" cy="5842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98500" cy="584200"/>
            </a:xfrm>
            <a:custGeom>
              <a:avLst/>
              <a:gdLst/>
              <a:ahLst/>
              <a:cxnLst/>
              <a:rect r="r" b="b" t="t" l="l"/>
              <a:pathLst>
                <a:path h="584200" w="698500">
                  <a:moveTo>
                    <a:pt x="698500" y="176714"/>
                  </a:moveTo>
                  <a:cubicBezTo>
                    <a:pt x="693867" y="67967"/>
                    <a:pt x="617595" y="0"/>
                    <a:pt x="517807" y="0"/>
                  </a:cubicBezTo>
                  <a:cubicBezTo>
                    <a:pt x="442018" y="2"/>
                    <a:pt x="371789" y="45644"/>
                    <a:pt x="342391" y="110355"/>
                  </a:cubicBezTo>
                  <a:cubicBezTo>
                    <a:pt x="314122" y="45646"/>
                    <a:pt x="246606" y="0"/>
                    <a:pt x="173732" y="0"/>
                  </a:cubicBezTo>
                  <a:cubicBezTo>
                    <a:pt x="77783" y="0"/>
                    <a:pt x="4455" y="67967"/>
                    <a:pt x="0" y="176714"/>
                  </a:cubicBezTo>
                  <a:cubicBezTo>
                    <a:pt x="0" y="402599"/>
                    <a:pt x="173168" y="513406"/>
                    <a:pt x="342391" y="584200"/>
                  </a:cubicBezTo>
                  <a:cubicBezTo>
                    <a:pt x="518403" y="513408"/>
                    <a:pt x="698500" y="402626"/>
                    <a:pt x="698500" y="176714"/>
                  </a:cubicBezTo>
                  <a:close/>
                </a:path>
              </a:pathLst>
            </a:custGeom>
            <a:solidFill>
              <a:srgbClr val="4E3B2D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63500" y="69850"/>
              <a:ext cx="571500" cy="438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2967302" y="3534852"/>
            <a:ext cx="5583094" cy="689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449"/>
              </a:lnSpc>
            </a:pPr>
            <a:r>
              <a:rPr lang="en-US" sz="4780" i="true">
                <a:solidFill>
                  <a:srgbClr val="000000"/>
                </a:solidFill>
                <a:latin typeface="IM Fell Italics"/>
                <a:ea typeface="IM Fell Italics"/>
                <a:cs typeface="IM Fell Italics"/>
                <a:sym typeface="IM Fell Italics"/>
              </a:rPr>
              <a:t>Smart Hair Care,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2229067" y="5068131"/>
            <a:ext cx="6542749" cy="6650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80"/>
              </a:lnSpc>
            </a:pPr>
            <a:r>
              <a:rPr lang="en-US" sz="7761">
                <a:solidFill>
                  <a:srgbClr val="000000"/>
                </a:solidFill>
                <a:latin typeface="IM Fell"/>
                <a:ea typeface="IM Fell"/>
                <a:cs typeface="IM Fell"/>
                <a:sym typeface="IM Fell"/>
              </a:rPr>
              <a:t>Perfect Matches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6149852" y="412237"/>
            <a:ext cx="5961648" cy="330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82"/>
              </a:lnSpc>
            </a:pPr>
            <a:r>
              <a:rPr lang="en-US" b="true" sz="2099" spc="178">
                <a:solidFill>
                  <a:srgbClr val="000000"/>
                </a:solidFill>
                <a:latin typeface="Libra Serif Modern Bold"/>
                <a:ea typeface="Libra Serif Modern Bold"/>
                <a:cs typeface="Libra Serif Modern Bold"/>
                <a:sym typeface="Libra Serif Modern Bold"/>
              </a:rPr>
              <a:t>WELCOME</a:t>
            </a:r>
          </a:p>
        </p:txBody>
      </p:sp>
      <p:sp>
        <p:nvSpPr>
          <p:cNvPr name="AutoShape 34" id="34"/>
          <p:cNvSpPr/>
          <p:nvPr/>
        </p:nvSpPr>
        <p:spPr>
          <a:xfrm>
            <a:off x="2871148" y="582068"/>
            <a:ext cx="455067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AutoShape 35" id="35"/>
          <p:cNvSpPr/>
          <p:nvPr/>
        </p:nvSpPr>
        <p:spPr>
          <a:xfrm>
            <a:off x="10866181" y="582068"/>
            <a:ext cx="455067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AutoShape 36" id="36"/>
          <p:cNvSpPr/>
          <p:nvPr/>
        </p:nvSpPr>
        <p:spPr>
          <a:xfrm flipV="true">
            <a:off x="1047006" y="9224963"/>
            <a:ext cx="8083670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7" id="37"/>
          <p:cNvSpPr/>
          <p:nvPr/>
        </p:nvSpPr>
        <p:spPr>
          <a:xfrm>
            <a:off x="9130676" y="5759003"/>
            <a:ext cx="0" cy="3465959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8" id="38"/>
          <p:cNvSpPr/>
          <p:nvPr/>
        </p:nvSpPr>
        <p:spPr>
          <a:xfrm flipH="false" flipV="false" rot="0">
            <a:off x="8550396" y="5192111"/>
            <a:ext cx="1187208" cy="1133784"/>
          </a:xfrm>
          <a:custGeom>
            <a:avLst/>
            <a:gdLst/>
            <a:ahLst/>
            <a:cxnLst/>
            <a:rect r="r" b="b" t="t" l="l"/>
            <a:pathLst>
              <a:path h="1133784" w="1187208">
                <a:moveTo>
                  <a:pt x="0" y="0"/>
                </a:moveTo>
                <a:lnTo>
                  <a:pt x="1187208" y="0"/>
                </a:lnTo>
                <a:lnTo>
                  <a:pt x="1187208" y="1133784"/>
                </a:lnTo>
                <a:lnTo>
                  <a:pt x="0" y="113378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9" id="39"/>
          <p:cNvSpPr txBox="true"/>
          <p:nvPr/>
        </p:nvSpPr>
        <p:spPr>
          <a:xfrm rot="0">
            <a:off x="1417103" y="7801188"/>
            <a:ext cx="3390556" cy="1335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23"/>
              </a:lnSpc>
            </a:pPr>
            <a:r>
              <a:rPr lang="en-US" sz="2223" spc="177">
                <a:solidFill>
                  <a:srgbClr val="000000"/>
                </a:solidFill>
                <a:latin typeface="Cinzel"/>
                <a:ea typeface="Cinzel"/>
                <a:cs typeface="Cinzel"/>
                <a:sym typeface="Cinzel"/>
              </a:rPr>
              <a:t>Personalized Hair Profiles &amp; Intelligent Stylist Matching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7229225" y="7998928"/>
            <a:ext cx="1443992" cy="733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35"/>
              </a:lnSpc>
            </a:pPr>
            <a:r>
              <a:rPr lang="en-US" sz="2487" spc="199">
                <a:solidFill>
                  <a:srgbClr val="000000"/>
                </a:solidFill>
                <a:latin typeface="Cinzel"/>
                <a:ea typeface="Cinzel"/>
                <a:cs typeface="Cinzel"/>
                <a:sym typeface="Cinzel"/>
              </a:rPr>
              <a:t>Ahmed Yussuf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6194" r="0" b="-6619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421819" y="480476"/>
            <a:ext cx="3236013" cy="193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78"/>
              </a:lnSpc>
            </a:pPr>
            <a:r>
              <a:rPr lang="en-US" b="true" sz="1201" spc="102">
                <a:solidFill>
                  <a:srgbClr val="000000"/>
                </a:solidFill>
                <a:latin typeface="Libra Serif Modern Bold"/>
                <a:ea typeface="Libra Serif Modern Bold"/>
                <a:cs typeface="Libra Serif Modern Bold"/>
                <a:sym typeface="Libra Serif Modern Bold"/>
              </a:rPr>
              <a:t>THE CHALLENGE IN HAIRCARE</a:t>
            </a:r>
          </a:p>
        </p:txBody>
      </p:sp>
      <p:sp>
        <p:nvSpPr>
          <p:cNvPr name="AutoShape 4" id="4"/>
          <p:cNvSpPr/>
          <p:nvPr/>
        </p:nvSpPr>
        <p:spPr>
          <a:xfrm>
            <a:off x="2871148" y="582068"/>
            <a:ext cx="455067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AutoShape 5" id="5"/>
          <p:cNvSpPr/>
          <p:nvPr/>
        </p:nvSpPr>
        <p:spPr>
          <a:xfrm>
            <a:off x="10866181" y="582068"/>
            <a:ext cx="455067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oval" len="lg" w="lg"/>
            <a:tailEnd type="oval" len="lg" w="lg"/>
          </a:ln>
        </p:spPr>
      </p: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2145745" y="2308645"/>
            <a:ext cx="5890816" cy="4111237"/>
            <a:chOff x="0" y="0"/>
            <a:chExt cx="8916670" cy="6223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154937" y="155575"/>
              <a:ext cx="8606795" cy="5911850"/>
            </a:xfrm>
            <a:custGeom>
              <a:avLst/>
              <a:gdLst/>
              <a:ahLst/>
              <a:cxnLst/>
              <a:rect r="r" b="b" t="t" l="l"/>
              <a:pathLst>
                <a:path h="5911850" w="8606795">
                  <a:moveTo>
                    <a:pt x="4303398" y="5911850"/>
                  </a:moveTo>
                  <a:cubicBezTo>
                    <a:pt x="2914145" y="5911850"/>
                    <a:pt x="1161926" y="5350129"/>
                    <a:pt x="386337" y="4199509"/>
                  </a:cubicBezTo>
                  <a:cubicBezTo>
                    <a:pt x="-115821" y="3454527"/>
                    <a:pt x="-140967" y="2497455"/>
                    <a:pt x="384559" y="1715516"/>
                  </a:cubicBezTo>
                  <a:cubicBezTo>
                    <a:pt x="1161164" y="559943"/>
                    <a:pt x="2915796" y="0"/>
                    <a:pt x="4303398" y="0"/>
                  </a:cubicBezTo>
                  <a:cubicBezTo>
                    <a:pt x="5691000" y="0"/>
                    <a:pt x="7445632" y="559943"/>
                    <a:pt x="8222237" y="1715516"/>
                  </a:cubicBezTo>
                  <a:cubicBezTo>
                    <a:pt x="8747763" y="2497455"/>
                    <a:pt x="8722617" y="3454527"/>
                    <a:pt x="8220459" y="4199509"/>
                  </a:cubicBezTo>
                  <a:cubicBezTo>
                    <a:pt x="7444743" y="5350129"/>
                    <a:pt x="5692651" y="5911850"/>
                    <a:pt x="4303398" y="5911850"/>
                  </a:cubicBezTo>
                  <a:close/>
                </a:path>
              </a:pathLst>
            </a:custGeom>
            <a:blipFill>
              <a:blip r:embed="rId3"/>
              <a:stretch>
                <a:fillRect l="-599" t="0" r="-599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5772" y="6350"/>
              <a:ext cx="8905126" cy="6210300"/>
            </a:xfrm>
            <a:custGeom>
              <a:avLst/>
              <a:gdLst/>
              <a:ahLst/>
              <a:cxnLst/>
              <a:rect r="r" b="b" t="t" l="l"/>
              <a:pathLst>
                <a:path h="6210300" w="8905126">
                  <a:moveTo>
                    <a:pt x="4452563" y="6210300"/>
                  </a:moveTo>
                  <a:cubicBezTo>
                    <a:pt x="3705422" y="6210300"/>
                    <a:pt x="2908370" y="6055614"/>
                    <a:pt x="2208346" y="5774944"/>
                  </a:cubicBezTo>
                  <a:cubicBezTo>
                    <a:pt x="1409008" y="5454269"/>
                    <a:pt x="787724" y="4990084"/>
                    <a:pt x="411677" y="4432300"/>
                  </a:cubicBezTo>
                  <a:cubicBezTo>
                    <a:pt x="145993" y="4037838"/>
                    <a:pt x="3626" y="3584829"/>
                    <a:pt x="70" y="3121787"/>
                  </a:cubicBezTo>
                  <a:cubicBezTo>
                    <a:pt x="-3613" y="2649474"/>
                    <a:pt x="138119" y="2185924"/>
                    <a:pt x="409899" y="1781556"/>
                  </a:cubicBezTo>
                  <a:cubicBezTo>
                    <a:pt x="786073" y="1221740"/>
                    <a:pt x="1407992" y="756158"/>
                    <a:pt x="2208473" y="435102"/>
                  </a:cubicBezTo>
                  <a:cubicBezTo>
                    <a:pt x="2908116" y="154559"/>
                    <a:pt x="3705041" y="0"/>
                    <a:pt x="4452563" y="0"/>
                  </a:cubicBezTo>
                  <a:cubicBezTo>
                    <a:pt x="5200085" y="0"/>
                    <a:pt x="5997010" y="154559"/>
                    <a:pt x="6696653" y="435102"/>
                  </a:cubicBezTo>
                  <a:cubicBezTo>
                    <a:pt x="7497134" y="756158"/>
                    <a:pt x="8119053" y="1221740"/>
                    <a:pt x="8495227" y="1781429"/>
                  </a:cubicBezTo>
                  <a:cubicBezTo>
                    <a:pt x="8767007" y="2185924"/>
                    <a:pt x="8908739" y="2649347"/>
                    <a:pt x="8905056" y="3121660"/>
                  </a:cubicBezTo>
                  <a:cubicBezTo>
                    <a:pt x="8901373" y="3584702"/>
                    <a:pt x="8759006" y="4037711"/>
                    <a:pt x="8493322" y="4432046"/>
                  </a:cubicBezTo>
                  <a:cubicBezTo>
                    <a:pt x="8117276" y="4989830"/>
                    <a:pt x="7496118" y="5454142"/>
                    <a:pt x="6696780" y="5774690"/>
                  </a:cubicBezTo>
                  <a:cubicBezTo>
                    <a:pt x="5996756" y="6055614"/>
                    <a:pt x="5199704" y="6210300"/>
                    <a:pt x="4452563" y="6210300"/>
                  </a:cubicBezTo>
                  <a:close/>
                  <a:moveTo>
                    <a:pt x="4452563" y="19050"/>
                  </a:moveTo>
                  <a:cubicBezTo>
                    <a:pt x="3707454" y="19050"/>
                    <a:pt x="2912942" y="173101"/>
                    <a:pt x="2215585" y="452755"/>
                  </a:cubicBezTo>
                  <a:cubicBezTo>
                    <a:pt x="1418660" y="772414"/>
                    <a:pt x="799662" y="1235583"/>
                    <a:pt x="425647" y="1792097"/>
                  </a:cubicBezTo>
                  <a:cubicBezTo>
                    <a:pt x="156026" y="2193417"/>
                    <a:pt x="15310" y="2653157"/>
                    <a:pt x="18993" y="3121660"/>
                  </a:cubicBezTo>
                  <a:cubicBezTo>
                    <a:pt x="22549" y="3580892"/>
                    <a:pt x="163900" y="4030345"/>
                    <a:pt x="427552" y="4421505"/>
                  </a:cubicBezTo>
                  <a:cubicBezTo>
                    <a:pt x="801440" y="4976114"/>
                    <a:pt x="1419676" y="5438013"/>
                    <a:pt x="2215458" y="5757164"/>
                  </a:cubicBezTo>
                  <a:cubicBezTo>
                    <a:pt x="2913323" y="6037072"/>
                    <a:pt x="3707708" y="6191250"/>
                    <a:pt x="4452563" y="6191250"/>
                  </a:cubicBezTo>
                  <a:cubicBezTo>
                    <a:pt x="5197418" y="6191250"/>
                    <a:pt x="5991803" y="6037072"/>
                    <a:pt x="6689667" y="5757164"/>
                  </a:cubicBezTo>
                  <a:cubicBezTo>
                    <a:pt x="7485449" y="5438013"/>
                    <a:pt x="8103685" y="4976114"/>
                    <a:pt x="8477574" y="4421505"/>
                  </a:cubicBezTo>
                  <a:cubicBezTo>
                    <a:pt x="8741226" y="4030345"/>
                    <a:pt x="8882450" y="3580892"/>
                    <a:pt x="8886133" y="3121660"/>
                  </a:cubicBezTo>
                  <a:cubicBezTo>
                    <a:pt x="8889815" y="2653157"/>
                    <a:pt x="8749226" y="2193417"/>
                    <a:pt x="8479478" y="1792097"/>
                  </a:cubicBezTo>
                  <a:cubicBezTo>
                    <a:pt x="8105463" y="1235583"/>
                    <a:pt x="7486465" y="772414"/>
                    <a:pt x="6689540" y="452755"/>
                  </a:cubicBezTo>
                  <a:cubicBezTo>
                    <a:pt x="5992184" y="173101"/>
                    <a:pt x="5197672" y="19050"/>
                    <a:pt x="4452563" y="19050"/>
                  </a:cubicBezTo>
                  <a:close/>
                  <a:moveTo>
                    <a:pt x="4452563" y="6070600"/>
                  </a:moveTo>
                  <a:cubicBezTo>
                    <a:pt x="3722821" y="6070600"/>
                    <a:pt x="2944184" y="5919597"/>
                    <a:pt x="2260416" y="5645277"/>
                  </a:cubicBezTo>
                  <a:cubicBezTo>
                    <a:pt x="1487113" y="5335016"/>
                    <a:pt x="887927" y="4888611"/>
                    <a:pt x="527628" y="4354068"/>
                  </a:cubicBezTo>
                  <a:cubicBezTo>
                    <a:pt x="277311" y="3982593"/>
                    <a:pt x="143072" y="3556127"/>
                    <a:pt x="139770" y="3120644"/>
                  </a:cubicBezTo>
                  <a:cubicBezTo>
                    <a:pt x="136341" y="2676525"/>
                    <a:pt x="269818" y="2240407"/>
                    <a:pt x="525850" y="1859407"/>
                  </a:cubicBezTo>
                  <a:cubicBezTo>
                    <a:pt x="886276" y="1322959"/>
                    <a:pt x="1486097" y="875284"/>
                    <a:pt x="2260543" y="564769"/>
                  </a:cubicBezTo>
                  <a:cubicBezTo>
                    <a:pt x="2943930" y="290703"/>
                    <a:pt x="3722440" y="139700"/>
                    <a:pt x="4452563" y="139700"/>
                  </a:cubicBezTo>
                  <a:cubicBezTo>
                    <a:pt x="5182686" y="139700"/>
                    <a:pt x="5961196" y="290703"/>
                    <a:pt x="6644583" y="564769"/>
                  </a:cubicBezTo>
                  <a:cubicBezTo>
                    <a:pt x="7418902" y="875284"/>
                    <a:pt x="8018723" y="1322959"/>
                    <a:pt x="8379276" y="1859407"/>
                  </a:cubicBezTo>
                  <a:cubicBezTo>
                    <a:pt x="8635308" y="2240407"/>
                    <a:pt x="8768912" y="2676525"/>
                    <a:pt x="8765356" y="3120644"/>
                  </a:cubicBezTo>
                  <a:cubicBezTo>
                    <a:pt x="8761927" y="3556127"/>
                    <a:pt x="8627815" y="3982593"/>
                    <a:pt x="8377498" y="4354068"/>
                  </a:cubicBezTo>
                  <a:cubicBezTo>
                    <a:pt x="8017200" y="4888611"/>
                    <a:pt x="7418014" y="5335016"/>
                    <a:pt x="6644710" y="5645150"/>
                  </a:cubicBezTo>
                  <a:cubicBezTo>
                    <a:pt x="5960815" y="5919470"/>
                    <a:pt x="5182305" y="6070600"/>
                    <a:pt x="4452563" y="6070600"/>
                  </a:cubicBezTo>
                  <a:close/>
                  <a:moveTo>
                    <a:pt x="4452563" y="158750"/>
                  </a:moveTo>
                  <a:cubicBezTo>
                    <a:pt x="3724853" y="158750"/>
                    <a:pt x="2948883" y="309245"/>
                    <a:pt x="2267528" y="582422"/>
                  </a:cubicBezTo>
                  <a:cubicBezTo>
                    <a:pt x="1496765" y="891540"/>
                    <a:pt x="899865" y="1336802"/>
                    <a:pt x="541598" y="1869948"/>
                  </a:cubicBezTo>
                  <a:cubicBezTo>
                    <a:pt x="28772" y="2633218"/>
                    <a:pt x="29407" y="3581019"/>
                    <a:pt x="543376" y="4343400"/>
                  </a:cubicBezTo>
                  <a:cubicBezTo>
                    <a:pt x="901516" y="4874768"/>
                    <a:pt x="1497781" y="5318760"/>
                    <a:pt x="2267401" y="5627497"/>
                  </a:cubicBezTo>
                  <a:cubicBezTo>
                    <a:pt x="2949137" y="5900928"/>
                    <a:pt x="3725107" y="6051550"/>
                    <a:pt x="4452563" y="6051550"/>
                  </a:cubicBezTo>
                  <a:cubicBezTo>
                    <a:pt x="5180019" y="6051550"/>
                    <a:pt x="5955989" y="5900928"/>
                    <a:pt x="6637598" y="5627624"/>
                  </a:cubicBezTo>
                  <a:cubicBezTo>
                    <a:pt x="7407345" y="5318887"/>
                    <a:pt x="8003483" y="4874895"/>
                    <a:pt x="8361623" y="4343527"/>
                  </a:cubicBezTo>
                  <a:cubicBezTo>
                    <a:pt x="8875591" y="3581019"/>
                    <a:pt x="8876354" y="2633345"/>
                    <a:pt x="8363401" y="1870202"/>
                  </a:cubicBezTo>
                  <a:cubicBezTo>
                    <a:pt x="8005007" y="1337056"/>
                    <a:pt x="7408234" y="891794"/>
                    <a:pt x="6637471" y="582676"/>
                  </a:cubicBezTo>
                  <a:cubicBezTo>
                    <a:pt x="5956243" y="309245"/>
                    <a:pt x="5180273" y="158750"/>
                    <a:pt x="4452563" y="158750"/>
                  </a:cubicBezTo>
                  <a:close/>
                </a:path>
              </a:pathLst>
            </a:custGeom>
            <a:solidFill>
              <a:srgbClr val="4E3B2D"/>
            </a:solidFill>
          </p:spPr>
        </p:sp>
      </p:grp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10415359" y="2308645"/>
            <a:ext cx="5890816" cy="4111237"/>
            <a:chOff x="0" y="0"/>
            <a:chExt cx="8916670" cy="6223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154937" y="155575"/>
              <a:ext cx="8606795" cy="5911850"/>
            </a:xfrm>
            <a:custGeom>
              <a:avLst/>
              <a:gdLst/>
              <a:ahLst/>
              <a:cxnLst/>
              <a:rect r="r" b="b" t="t" l="l"/>
              <a:pathLst>
                <a:path h="5911850" w="8606795">
                  <a:moveTo>
                    <a:pt x="4303398" y="5911850"/>
                  </a:moveTo>
                  <a:cubicBezTo>
                    <a:pt x="2914145" y="5911850"/>
                    <a:pt x="1161926" y="5350129"/>
                    <a:pt x="386337" y="4199509"/>
                  </a:cubicBezTo>
                  <a:cubicBezTo>
                    <a:pt x="-115821" y="3454527"/>
                    <a:pt x="-140967" y="2497455"/>
                    <a:pt x="384559" y="1715516"/>
                  </a:cubicBezTo>
                  <a:cubicBezTo>
                    <a:pt x="1161164" y="559943"/>
                    <a:pt x="2915796" y="0"/>
                    <a:pt x="4303398" y="0"/>
                  </a:cubicBezTo>
                  <a:cubicBezTo>
                    <a:pt x="5691000" y="0"/>
                    <a:pt x="7445632" y="559943"/>
                    <a:pt x="8222237" y="1715516"/>
                  </a:cubicBezTo>
                  <a:cubicBezTo>
                    <a:pt x="8747763" y="2497455"/>
                    <a:pt x="8722617" y="3454527"/>
                    <a:pt x="8220459" y="4199509"/>
                  </a:cubicBezTo>
                  <a:cubicBezTo>
                    <a:pt x="7444743" y="5350129"/>
                    <a:pt x="5692651" y="5911850"/>
                    <a:pt x="4303398" y="5911850"/>
                  </a:cubicBezTo>
                  <a:close/>
                </a:path>
              </a:pathLst>
            </a:custGeom>
            <a:blipFill>
              <a:blip r:embed="rId4"/>
              <a:stretch>
                <a:fillRect l="-599" t="0" r="-599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5772" y="6350"/>
              <a:ext cx="8905126" cy="6210300"/>
            </a:xfrm>
            <a:custGeom>
              <a:avLst/>
              <a:gdLst/>
              <a:ahLst/>
              <a:cxnLst/>
              <a:rect r="r" b="b" t="t" l="l"/>
              <a:pathLst>
                <a:path h="6210300" w="8905126">
                  <a:moveTo>
                    <a:pt x="4452563" y="6210300"/>
                  </a:moveTo>
                  <a:cubicBezTo>
                    <a:pt x="3705422" y="6210300"/>
                    <a:pt x="2908370" y="6055614"/>
                    <a:pt x="2208346" y="5774944"/>
                  </a:cubicBezTo>
                  <a:cubicBezTo>
                    <a:pt x="1409008" y="5454269"/>
                    <a:pt x="787724" y="4990084"/>
                    <a:pt x="411677" y="4432300"/>
                  </a:cubicBezTo>
                  <a:cubicBezTo>
                    <a:pt x="145993" y="4037838"/>
                    <a:pt x="3626" y="3584829"/>
                    <a:pt x="70" y="3121787"/>
                  </a:cubicBezTo>
                  <a:cubicBezTo>
                    <a:pt x="-3613" y="2649474"/>
                    <a:pt x="138119" y="2185924"/>
                    <a:pt x="409899" y="1781556"/>
                  </a:cubicBezTo>
                  <a:cubicBezTo>
                    <a:pt x="786073" y="1221740"/>
                    <a:pt x="1407992" y="756158"/>
                    <a:pt x="2208473" y="435102"/>
                  </a:cubicBezTo>
                  <a:cubicBezTo>
                    <a:pt x="2908116" y="154559"/>
                    <a:pt x="3705041" y="0"/>
                    <a:pt x="4452563" y="0"/>
                  </a:cubicBezTo>
                  <a:cubicBezTo>
                    <a:pt x="5200085" y="0"/>
                    <a:pt x="5997010" y="154559"/>
                    <a:pt x="6696653" y="435102"/>
                  </a:cubicBezTo>
                  <a:cubicBezTo>
                    <a:pt x="7497134" y="756158"/>
                    <a:pt x="8119053" y="1221740"/>
                    <a:pt x="8495227" y="1781429"/>
                  </a:cubicBezTo>
                  <a:cubicBezTo>
                    <a:pt x="8767007" y="2185924"/>
                    <a:pt x="8908739" y="2649347"/>
                    <a:pt x="8905056" y="3121660"/>
                  </a:cubicBezTo>
                  <a:cubicBezTo>
                    <a:pt x="8901373" y="3584702"/>
                    <a:pt x="8759006" y="4037711"/>
                    <a:pt x="8493322" y="4432046"/>
                  </a:cubicBezTo>
                  <a:cubicBezTo>
                    <a:pt x="8117276" y="4989830"/>
                    <a:pt x="7496118" y="5454142"/>
                    <a:pt x="6696780" y="5774690"/>
                  </a:cubicBezTo>
                  <a:cubicBezTo>
                    <a:pt x="5996756" y="6055614"/>
                    <a:pt x="5199704" y="6210300"/>
                    <a:pt x="4452563" y="6210300"/>
                  </a:cubicBezTo>
                  <a:close/>
                  <a:moveTo>
                    <a:pt x="4452563" y="19050"/>
                  </a:moveTo>
                  <a:cubicBezTo>
                    <a:pt x="3707454" y="19050"/>
                    <a:pt x="2912942" y="173101"/>
                    <a:pt x="2215585" y="452755"/>
                  </a:cubicBezTo>
                  <a:cubicBezTo>
                    <a:pt x="1418660" y="772414"/>
                    <a:pt x="799662" y="1235583"/>
                    <a:pt x="425647" y="1792097"/>
                  </a:cubicBezTo>
                  <a:cubicBezTo>
                    <a:pt x="156026" y="2193417"/>
                    <a:pt x="15310" y="2653157"/>
                    <a:pt x="18993" y="3121660"/>
                  </a:cubicBezTo>
                  <a:cubicBezTo>
                    <a:pt x="22549" y="3580892"/>
                    <a:pt x="163900" y="4030345"/>
                    <a:pt x="427552" y="4421505"/>
                  </a:cubicBezTo>
                  <a:cubicBezTo>
                    <a:pt x="801440" y="4976114"/>
                    <a:pt x="1419676" y="5438013"/>
                    <a:pt x="2215458" y="5757164"/>
                  </a:cubicBezTo>
                  <a:cubicBezTo>
                    <a:pt x="2913323" y="6037072"/>
                    <a:pt x="3707708" y="6191250"/>
                    <a:pt x="4452563" y="6191250"/>
                  </a:cubicBezTo>
                  <a:cubicBezTo>
                    <a:pt x="5197418" y="6191250"/>
                    <a:pt x="5991803" y="6037072"/>
                    <a:pt x="6689667" y="5757164"/>
                  </a:cubicBezTo>
                  <a:cubicBezTo>
                    <a:pt x="7485449" y="5438013"/>
                    <a:pt x="8103685" y="4976114"/>
                    <a:pt x="8477574" y="4421505"/>
                  </a:cubicBezTo>
                  <a:cubicBezTo>
                    <a:pt x="8741226" y="4030345"/>
                    <a:pt x="8882450" y="3580892"/>
                    <a:pt x="8886133" y="3121660"/>
                  </a:cubicBezTo>
                  <a:cubicBezTo>
                    <a:pt x="8889815" y="2653157"/>
                    <a:pt x="8749226" y="2193417"/>
                    <a:pt x="8479478" y="1792097"/>
                  </a:cubicBezTo>
                  <a:cubicBezTo>
                    <a:pt x="8105463" y="1235583"/>
                    <a:pt x="7486465" y="772414"/>
                    <a:pt x="6689540" y="452755"/>
                  </a:cubicBezTo>
                  <a:cubicBezTo>
                    <a:pt x="5992184" y="173101"/>
                    <a:pt x="5197672" y="19050"/>
                    <a:pt x="4452563" y="19050"/>
                  </a:cubicBezTo>
                  <a:close/>
                  <a:moveTo>
                    <a:pt x="4452563" y="6070600"/>
                  </a:moveTo>
                  <a:cubicBezTo>
                    <a:pt x="3722821" y="6070600"/>
                    <a:pt x="2944184" y="5919597"/>
                    <a:pt x="2260416" y="5645277"/>
                  </a:cubicBezTo>
                  <a:cubicBezTo>
                    <a:pt x="1487113" y="5335016"/>
                    <a:pt x="887927" y="4888611"/>
                    <a:pt x="527628" y="4354068"/>
                  </a:cubicBezTo>
                  <a:cubicBezTo>
                    <a:pt x="277311" y="3982593"/>
                    <a:pt x="143072" y="3556127"/>
                    <a:pt x="139770" y="3120644"/>
                  </a:cubicBezTo>
                  <a:cubicBezTo>
                    <a:pt x="136341" y="2676525"/>
                    <a:pt x="269818" y="2240407"/>
                    <a:pt x="525850" y="1859407"/>
                  </a:cubicBezTo>
                  <a:cubicBezTo>
                    <a:pt x="886276" y="1322959"/>
                    <a:pt x="1486097" y="875284"/>
                    <a:pt x="2260543" y="564769"/>
                  </a:cubicBezTo>
                  <a:cubicBezTo>
                    <a:pt x="2943930" y="290703"/>
                    <a:pt x="3722440" y="139700"/>
                    <a:pt x="4452563" y="139700"/>
                  </a:cubicBezTo>
                  <a:cubicBezTo>
                    <a:pt x="5182686" y="139700"/>
                    <a:pt x="5961196" y="290703"/>
                    <a:pt x="6644583" y="564769"/>
                  </a:cubicBezTo>
                  <a:cubicBezTo>
                    <a:pt x="7418902" y="875284"/>
                    <a:pt x="8018723" y="1322959"/>
                    <a:pt x="8379276" y="1859407"/>
                  </a:cubicBezTo>
                  <a:cubicBezTo>
                    <a:pt x="8635308" y="2240407"/>
                    <a:pt x="8768912" y="2676525"/>
                    <a:pt x="8765356" y="3120644"/>
                  </a:cubicBezTo>
                  <a:cubicBezTo>
                    <a:pt x="8761927" y="3556127"/>
                    <a:pt x="8627815" y="3982593"/>
                    <a:pt x="8377498" y="4354068"/>
                  </a:cubicBezTo>
                  <a:cubicBezTo>
                    <a:pt x="8017200" y="4888611"/>
                    <a:pt x="7418014" y="5335016"/>
                    <a:pt x="6644710" y="5645150"/>
                  </a:cubicBezTo>
                  <a:cubicBezTo>
                    <a:pt x="5960815" y="5919470"/>
                    <a:pt x="5182305" y="6070600"/>
                    <a:pt x="4452563" y="6070600"/>
                  </a:cubicBezTo>
                  <a:close/>
                  <a:moveTo>
                    <a:pt x="4452563" y="158750"/>
                  </a:moveTo>
                  <a:cubicBezTo>
                    <a:pt x="3724853" y="158750"/>
                    <a:pt x="2948883" y="309245"/>
                    <a:pt x="2267528" y="582422"/>
                  </a:cubicBezTo>
                  <a:cubicBezTo>
                    <a:pt x="1496765" y="891540"/>
                    <a:pt x="899865" y="1336802"/>
                    <a:pt x="541598" y="1869948"/>
                  </a:cubicBezTo>
                  <a:cubicBezTo>
                    <a:pt x="28772" y="2633218"/>
                    <a:pt x="29407" y="3581019"/>
                    <a:pt x="543376" y="4343400"/>
                  </a:cubicBezTo>
                  <a:cubicBezTo>
                    <a:pt x="901516" y="4874768"/>
                    <a:pt x="1497781" y="5318760"/>
                    <a:pt x="2267401" y="5627497"/>
                  </a:cubicBezTo>
                  <a:cubicBezTo>
                    <a:pt x="2949137" y="5900928"/>
                    <a:pt x="3725107" y="6051550"/>
                    <a:pt x="4452563" y="6051550"/>
                  </a:cubicBezTo>
                  <a:cubicBezTo>
                    <a:pt x="5180019" y="6051550"/>
                    <a:pt x="5955989" y="5900928"/>
                    <a:pt x="6637598" y="5627624"/>
                  </a:cubicBezTo>
                  <a:cubicBezTo>
                    <a:pt x="7407345" y="5318887"/>
                    <a:pt x="8003483" y="4874895"/>
                    <a:pt x="8361623" y="4343527"/>
                  </a:cubicBezTo>
                  <a:cubicBezTo>
                    <a:pt x="8875591" y="3581019"/>
                    <a:pt x="8876354" y="2633345"/>
                    <a:pt x="8363401" y="1870202"/>
                  </a:cubicBezTo>
                  <a:cubicBezTo>
                    <a:pt x="8005007" y="1337056"/>
                    <a:pt x="7408234" y="891794"/>
                    <a:pt x="6637471" y="582676"/>
                  </a:cubicBezTo>
                  <a:cubicBezTo>
                    <a:pt x="5956243" y="309245"/>
                    <a:pt x="5180273" y="158750"/>
                    <a:pt x="4452563" y="158750"/>
                  </a:cubicBezTo>
                  <a:close/>
                </a:path>
              </a:pathLst>
            </a:custGeom>
            <a:solidFill>
              <a:srgbClr val="4E3B2D"/>
            </a:solid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2594608" y="1518447"/>
            <a:ext cx="468885" cy="447785"/>
          </a:xfrm>
          <a:custGeom>
            <a:avLst/>
            <a:gdLst/>
            <a:ahLst/>
            <a:cxnLst/>
            <a:rect r="r" b="b" t="t" l="l"/>
            <a:pathLst>
              <a:path h="447785" w="468885">
                <a:moveTo>
                  <a:pt x="0" y="0"/>
                </a:moveTo>
                <a:lnTo>
                  <a:pt x="468885" y="0"/>
                </a:lnTo>
                <a:lnTo>
                  <a:pt x="468885" y="447786"/>
                </a:lnTo>
                <a:lnTo>
                  <a:pt x="0" y="44778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3063493" y="1518447"/>
            <a:ext cx="468885" cy="447785"/>
          </a:xfrm>
          <a:custGeom>
            <a:avLst/>
            <a:gdLst/>
            <a:ahLst/>
            <a:cxnLst/>
            <a:rect r="r" b="b" t="t" l="l"/>
            <a:pathLst>
              <a:path h="447785" w="468885">
                <a:moveTo>
                  <a:pt x="0" y="0"/>
                </a:moveTo>
                <a:lnTo>
                  <a:pt x="468885" y="0"/>
                </a:lnTo>
                <a:lnTo>
                  <a:pt x="468885" y="447786"/>
                </a:lnTo>
                <a:lnTo>
                  <a:pt x="0" y="44778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3532378" y="1518447"/>
            <a:ext cx="468885" cy="447785"/>
          </a:xfrm>
          <a:custGeom>
            <a:avLst/>
            <a:gdLst/>
            <a:ahLst/>
            <a:cxnLst/>
            <a:rect r="r" b="b" t="t" l="l"/>
            <a:pathLst>
              <a:path h="447785" w="468885">
                <a:moveTo>
                  <a:pt x="0" y="0"/>
                </a:moveTo>
                <a:lnTo>
                  <a:pt x="468885" y="0"/>
                </a:lnTo>
                <a:lnTo>
                  <a:pt x="468885" y="447786"/>
                </a:lnTo>
                <a:lnTo>
                  <a:pt x="0" y="44778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4001263" y="1518447"/>
            <a:ext cx="468885" cy="447785"/>
          </a:xfrm>
          <a:custGeom>
            <a:avLst/>
            <a:gdLst/>
            <a:ahLst/>
            <a:cxnLst/>
            <a:rect r="r" b="b" t="t" l="l"/>
            <a:pathLst>
              <a:path h="447785" w="468885">
                <a:moveTo>
                  <a:pt x="0" y="0"/>
                </a:moveTo>
                <a:lnTo>
                  <a:pt x="468886" y="0"/>
                </a:lnTo>
                <a:lnTo>
                  <a:pt x="468886" y="447786"/>
                </a:lnTo>
                <a:lnTo>
                  <a:pt x="0" y="44778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4476665" y="1518447"/>
            <a:ext cx="468885" cy="447785"/>
          </a:xfrm>
          <a:custGeom>
            <a:avLst/>
            <a:gdLst/>
            <a:ahLst/>
            <a:cxnLst/>
            <a:rect r="r" b="b" t="t" l="l"/>
            <a:pathLst>
              <a:path h="447785" w="468885">
                <a:moveTo>
                  <a:pt x="0" y="0"/>
                </a:moveTo>
                <a:lnTo>
                  <a:pt x="468885" y="0"/>
                </a:lnTo>
                <a:lnTo>
                  <a:pt x="468885" y="447786"/>
                </a:lnTo>
                <a:lnTo>
                  <a:pt x="0" y="44778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0947162" y="1518447"/>
            <a:ext cx="468885" cy="447785"/>
          </a:xfrm>
          <a:custGeom>
            <a:avLst/>
            <a:gdLst/>
            <a:ahLst/>
            <a:cxnLst/>
            <a:rect r="r" b="b" t="t" l="l"/>
            <a:pathLst>
              <a:path h="447785" w="468885">
                <a:moveTo>
                  <a:pt x="0" y="0"/>
                </a:moveTo>
                <a:lnTo>
                  <a:pt x="468885" y="0"/>
                </a:lnTo>
                <a:lnTo>
                  <a:pt x="468885" y="447786"/>
                </a:lnTo>
                <a:lnTo>
                  <a:pt x="0" y="44778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1416047" y="1518447"/>
            <a:ext cx="468885" cy="447785"/>
          </a:xfrm>
          <a:custGeom>
            <a:avLst/>
            <a:gdLst/>
            <a:ahLst/>
            <a:cxnLst/>
            <a:rect r="r" b="b" t="t" l="l"/>
            <a:pathLst>
              <a:path h="447785" w="468885">
                <a:moveTo>
                  <a:pt x="0" y="0"/>
                </a:moveTo>
                <a:lnTo>
                  <a:pt x="468885" y="0"/>
                </a:lnTo>
                <a:lnTo>
                  <a:pt x="468885" y="447786"/>
                </a:lnTo>
                <a:lnTo>
                  <a:pt x="0" y="44778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1884932" y="1518447"/>
            <a:ext cx="468885" cy="447785"/>
          </a:xfrm>
          <a:custGeom>
            <a:avLst/>
            <a:gdLst/>
            <a:ahLst/>
            <a:cxnLst/>
            <a:rect r="r" b="b" t="t" l="l"/>
            <a:pathLst>
              <a:path h="447785" w="468885">
                <a:moveTo>
                  <a:pt x="0" y="0"/>
                </a:moveTo>
                <a:lnTo>
                  <a:pt x="468885" y="0"/>
                </a:lnTo>
                <a:lnTo>
                  <a:pt x="468885" y="447786"/>
                </a:lnTo>
                <a:lnTo>
                  <a:pt x="0" y="44778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2353817" y="1518447"/>
            <a:ext cx="468885" cy="447785"/>
          </a:xfrm>
          <a:custGeom>
            <a:avLst/>
            <a:gdLst/>
            <a:ahLst/>
            <a:cxnLst/>
            <a:rect r="r" b="b" t="t" l="l"/>
            <a:pathLst>
              <a:path h="447785" w="468885">
                <a:moveTo>
                  <a:pt x="0" y="0"/>
                </a:moveTo>
                <a:lnTo>
                  <a:pt x="468885" y="0"/>
                </a:lnTo>
                <a:lnTo>
                  <a:pt x="468885" y="447786"/>
                </a:lnTo>
                <a:lnTo>
                  <a:pt x="0" y="44778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2829218" y="1518447"/>
            <a:ext cx="468885" cy="447785"/>
          </a:xfrm>
          <a:custGeom>
            <a:avLst/>
            <a:gdLst/>
            <a:ahLst/>
            <a:cxnLst/>
            <a:rect r="r" b="b" t="t" l="l"/>
            <a:pathLst>
              <a:path h="447785" w="468885">
                <a:moveTo>
                  <a:pt x="0" y="0"/>
                </a:moveTo>
                <a:lnTo>
                  <a:pt x="468886" y="0"/>
                </a:lnTo>
                <a:lnTo>
                  <a:pt x="468886" y="447786"/>
                </a:lnTo>
                <a:lnTo>
                  <a:pt x="0" y="44778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-816290" y="7229508"/>
            <a:ext cx="10585910" cy="6773174"/>
            <a:chOff x="0" y="0"/>
            <a:chExt cx="2788059" cy="178388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788059" cy="1783881"/>
            </a:xfrm>
            <a:custGeom>
              <a:avLst/>
              <a:gdLst/>
              <a:ahLst/>
              <a:cxnLst/>
              <a:rect r="r" b="b" t="t" l="l"/>
              <a:pathLst>
                <a:path h="1783881" w="2788059">
                  <a:moveTo>
                    <a:pt x="41686" y="0"/>
                  </a:moveTo>
                  <a:lnTo>
                    <a:pt x="2746372" y="0"/>
                  </a:lnTo>
                  <a:cubicBezTo>
                    <a:pt x="2757428" y="0"/>
                    <a:pt x="2768031" y="4392"/>
                    <a:pt x="2775849" y="12210"/>
                  </a:cubicBezTo>
                  <a:cubicBezTo>
                    <a:pt x="2783667" y="20027"/>
                    <a:pt x="2788059" y="30631"/>
                    <a:pt x="2788059" y="41686"/>
                  </a:cubicBezTo>
                  <a:lnTo>
                    <a:pt x="2788059" y="1742195"/>
                  </a:lnTo>
                  <a:cubicBezTo>
                    <a:pt x="2788059" y="1765218"/>
                    <a:pt x="2769395" y="1783881"/>
                    <a:pt x="2746372" y="1783881"/>
                  </a:cubicBezTo>
                  <a:lnTo>
                    <a:pt x="41686" y="1783881"/>
                  </a:lnTo>
                  <a:cubicBezTo>
                    <a:pt x="18664" y="1783881"/>
                    <a:pt x="0" y="1765218"/>
                    <a:pt x="0" y="1742195"/>
                  </a:cubicBezTo>
                  <a:lnTo>
                    <a:pt x="0" y="41686"/>
                  </a:lnTo>
                  <a:cubicBezTo>
                    <a:pt x="0" y="18664"/>
                    <a:pt x="18664" y="0"/>
                    <a:pt x="41686" y="0"/>
                  </a:cubicBezTo>
                  <a:close/>
                </a:path>
              </a:pathLst>
            </a:custGeom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2788059" cy="18219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6144454" y="7086847"/>
            <a:ext cx="6443806" cy="1640273"/>
            <a:chOff x="0" y="0"/>
            <a:chExt cx="1697134" cy="43200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697134" cy="432006"/>
            </a:xfrm>
            <a:custGeom>
              <a:avLst/>
              <a:gdLst/>
              <a:ahLst/>
              <a:cxnLst/>
              <a:rect r="r" b="b" t="t" l="l"/>
              <a:pathLst>
                <a:path h="432006" w="1697134">
                  <a:moveTo>
                    <a:pt x="1493934" y="0"/>
                  </a:moveTo>
                  <a:cubicBezTo>
                    <a:pt x="1606158" y="0"/>
                    <a:pt x="1697134" y="96708"/>
                    <a:pt x="1697134" y="216003"/>
                  </a:cubicBezTo>
                  <a:cubicBezTo>
                    <a:pt x="1697134" y="335298"/>
                    <a:pt x="1606158" y="432006"/>
                    <a:pt x="1493934" y="432006"/>
                  </a:cubicBezTo>
                  <a:lnTo>
                    <a:pt x="203200" y="432006"/>
                  </a:lnTo>
                  <a:cubicBezTo>
                    <a:pt x="90976" y="432006"/>
                    <a:pt x="0" y="335298"/>
                    <a:pt x="0" y="216003"/>
                  </a:cubicBezTo>
                  <a:cubicBezTo>
                    <a:pt x="0" y="9670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7E6958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1697134" cy="4701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AutoShape 28" id="28"/>
          <p:cNvSpPr/>
          <p:nvPr/>
        </p:nvSpPr>
        <p:spPr>
          <a:xfrm flipV="true">
            <a:off x="17245013" y="-528009"/>
            <a:ext cx="0" cy="6702203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9" id="29"/>
          <p:cNvSpPr/>
          <p:nvPr/>
        </p:nvSpPr>
        <p:spPr>
          <a:xfrm flipH="false" flipV="false" rot="0">
            <a:off x="16651408" y="5723784"/>
            <a:ext cx="1187208" cy="1133784"/>
          </a:xfrm>
          <a:custGeom>
            <a:avLst/>
            <a:gdLst/>
            <a:ahLst/>
            <a:cxnLst/>
            <a:rect r="r" b="b" t="t" l="l"/>
            <a:pathLst>
              <a:path h="1133784" w="1187208">
                <a:moveTo>
                  <a:pt x="0" y="0"/>
                </a:moveTo>
                <a:lnTo>
                  <a:pt x="1187209" y="0"/>
                </a:lnTo>
                <a:lnTo>
                  <a:pt x="1187209" y="1133784"/>
                </a:lnTo>
                <a:lnTo>
                  <a:pt x="0" y="113378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5221165" y="1675583"/>
            <a:ext cx="2200654" cy="585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44"/>
              </a:lnSpc>
            </a:pPr>
            <a:r>
              <a:rPr lang="en-US" sz="1986" spc="158">
                <a:solidFill>
                  <a:srgbClr val="000000"/>
                </a:solidFill>
                <a:latin typeface="Cinzel"/>
                <a:ea typeface="Cinzel"/>
                <a:cs typeface="Cinzel"/>
                <a:sym typeface="Cinzel"/>
              </a:rPr>
              <a:t>Wrong Stylist Match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3573719" y="1675583"/>
            <a:ext cx="2732457" cy="585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44"/>
              </a:lnSpc>
            </a:pPr>
            <a:r>
              <a:rPr lang="en-US" sz="1986" spc="158">
                <a:solidFill>
                  <a:srgbClr val="000000"/>
                </a:solidFill>
                <a:latin typeface="Cinzel"/>
                <a:ea typeface="Cinzel"/>
                <a:cs typeface="Cinzel"/>
                <a:sym typeface="Cinzel"/>
              </a:rPr>
              <a:t>Wasted Time &amp; Money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6423221" y="7810533"/>
            <a:ext cx="5886271" cy="7288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312"/>
              </a:lnSpc>
            </a:pPr>
            <a:r>
              <a:rPr lang="en-US" sz="8624">
                <a:solidFill>
                  <a:srgbClr val="000000"/>
                </a:solidFill>
                <a:latin typeface="IM Fell"/>
                <a:ea typeface="IM Fell"/>
                <a:cs typeface="IM Fell"/>
                <a:sym typeface="IM Fell"/>
              </a:rPr>
              <a:t>Real </a:t>
            </a:r>
            <a:r>
              <a:rPr lang="en-US" sz="8624">
                <a:solidFill>
                  <a:srgbClr val="000000"/>
                </a:solidFill>
                <a:latin typeface="IM Fell"/>
                <a:ea typeface="IM Fell"/>
                <a:cs typeface="IM Fell"/>
                <a:sym typeface="IM Fell"/>
              </a:rPr>
              <a:t>Problem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8625097" y="6011491"/>
            <a:ext cx="2124407" cy="1075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05"/>
              </a:lnSpc>
            </a:pPr>
            <a:r>
              <a:rPr lang="en-US" sz="7372" i="true">
                <a:solidFill>
                  <a:srgbClr val="000000"/>
                </a:solidFill>
                <a:latin typeface="IM Fell Italics"/>
                <a:ea typeface="IM Fell Italics"/>
                <a:cs typeface="IM Fell Italics"/>
                <a:sym typeface="IM Fell Italics"/>
              </a:rPr>
              <a:t>The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755727" y="7630758"/>
            <a:ext cx="3553302" cy="1036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Finding the right hairstylist for your unique hair type and style is a real challenge. Without personalized service, customers often leave unsatisfied, wasting both time and money on results that don't match their needs.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3360767" y="7630758"/>
            <a:ext cx="3553302" cy="1036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Generic salon experiences ignore individual hair texture, scalp conditions, and personal style goals. The lack of smart matching between clients and specialists leads to repeated disappointment and lost loyalty.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6194" r="0" b="-6619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584421" y="-2595455"/>
            <a:ext cx="11450602" cy="11879585"/>
            <a:chOff x="0" y="0"/>
            <a:chExt cx="3015796" cy="312878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015797" cy="3128780"/>
            </a:xfrm>
            <a:custGeom>
              <a:avLst/>
              <a:gdLst/>
              <a:ahLst/>
              <a:cxnLst/>
              <a:rect r="r" b="b" t="t" l="l"/>
              <a:pathLst>
                <a:path h="3128780" w="3015797">
                  <a:moveTo>
                    <a:pt x="38539" y="0"/>
                  </a:moveTo>
                  <a:lnTo>
                    <a:pt x="2977258" y="0"/>
                  </a:lnTo>
                  <a:cubicBezTo>
                    <a:pt x="2998542" y="0"/>
                    <a:pt x="3015797" y="17254"/>
                    <a:pt x="3015797" y="38539"/>
                  </a:cubicBezTo>
                  <a:lnTo>
                    <a:pt x="3015797" y="3090241"/>
                  </a:lnTo>
                  <a:cubicBezTo>
                    <a:pt x="3015797" y="3100462"/>
                    <a:pt x="3011736" y="3110265"/>
                    <a:pt x="3004509" y="3117492"/>
                  </a:cubicBezTo>
                  <a:cubicBezTo>
                    <a:pt x="2997282" y="3124719"/>
                    <a:pt x="2987479" y="3128780"/>
                    <a:pt x="2977258" y="3128780"/>
                  </a:cubicBezTo>
                  <a:lnTo>
                    <a:pt x="38539" y="3128780"/>
                  </a:lnTo>
                  <a:cubicBezTo>
                    <a:pt x="28317" y="3128780"/>
                    <a:pt x="18515" y="3124719"/>
                    <a:pt x="11288" y="3117492"/>
                  </a:cubicBezTo>
                  <a:cubicBezTo>
                    <a:pt x="4060" y="3110265"/>
                    <a:pt x="0" y="3100462"/>
                    <a:pt x="0" y="3090241"/>
                  </a:cubicBezTo>
                  <a:lnTo>
                    <a:pt x="0" y="38539"/>
                  </a:lnTo>
                  <a:cubicBezTo>
                    <a:pt x="0" y="28317"/>
                    <a:pt x="4060" y="18515"/>
                    <a:pt x="11288" y="11288"/>
                  </a:cubicBezTo>
                  <a:cubicBezTo>
                    <a:pt x="18515" y="4060"/>
                    <a:pt x="28317" y="0"/>
                    <a:pt x="38539" y="0"/>
                  </a:cubicBezTo>
                  <a:close/>
                </a:path>
              </a:pathLst>
            </a:custGeom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015796" cy="31668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AutoShape 6" id="6"/>
          <p:cNvSpPr/>
          <p:nvPr/>
        </p:nvSpPr>
        <p:spPr>
          <a:xfrm>
            <a:off x="2871148" y="582068"/>
            <a:ext cx="455067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oval" len="lg" w="lg"/>
            <a:tailEnd type="oval" len="lg" w="lg"/>
          </a:ln>
        </p:spPr>
      </p:sp>
      <p:grpSp>
        <p:nvGrpSpPr>
          <p:cNvPr name="Group 7" id="7"/>
          <p:cNvGrpSpPr/>
          <p:nvPr/>
        </p:nvGrpSpPr>
        <p:grpSpPr>
          <a:xfrm rot="0">
            <a:off x="13424678" y="1551038"/>
            <a:ext cx="3425523" cy="3425523"/>
            <a:chOff x="0" y="0"/>
            <a:chExt cx="7620000" cy="7620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620000" cy="7620000"/>
            </a:xfrm>
            <a:custGeom>
              <a:avLst/>
              <a:gdLst/>
              <a:ahLst/>
              <a:cxnLst/>
              <a:rect r="r" b="b" t="t" l="l"/>
              <a:pathLst>
                <a:path h="7620000" w="7620000">
                  <a:moveTo>
                    <a:pt x="6826250" y="0"/>
                  </a:moveTo>
                  <a:lnTo>
                    <a:pt x="793750" y="0"/>
                  </a:lnTo>
                  <a:cubicBezTo>
                    <a:pt x="355600" y="0"/>
                    <a:pt x="0" y="355600"/>
                    <a:pt x="0" y="793750"/>
                  </a:cubicBezTo>
                  <a:lnTo>
                    <a:pt x="0" y="7620000"/>
                  </a:lnTo>
                  <a:lnTo>
                    <a:pt x="6826250" y="7620000"/>
                  </a:lnTo>
                  <a:cubicBezTo>
                    <a:pt x="7264400" y="7620000"/>
                    <a:pt x="7620000" y="7264400"/>
                    <a:pt x="7620000" y="6826250"/>
                  </a:cubicBezTo>
                  <a:lnTo>
                    <a:pt x="7620000" y="0"/>
                  </a:lnTo>
                  <a:lnTo>
                    <a:pt x="682625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3424678" y="5274112"/>
            <a:ext cx="3425523" cy="3425523"/>
            <a:chOff x="0" y="0"/>
            <a:chExt cx="7620000" cy="7620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620000" cy="7620000"/>
            </a:xfrm>
            <a:custGeom>
              <a:avLst/>
              <a:gdLst/>
              <a:ahLst/>
              <a:cxnLst/>
              <a:rect r="r" b="b" t="t" l="l"/>
              <a:pathLst>
                <a:path h="7620000" w="7620000">
                  <a:moveTo>
                    <a:pt x="6826250" y="0"/>
                  </a:moveTo>
                  <a:lnTo>
                    <a:pt x="793750" y="0"/>
                  </a:lnTo>
                  <a:cubicBezTo>
                    <a:pt x="355600" y="0"/>
                    <a:pt x="0" y="355600"/>
                    <a:pt x="0" y="793750"/>
                  </a:cubicBezTo>
                  <a:lnTo>
                    <a:pt x="0" y="7620000"/>
                  </a:lnTo>
                  <a:lnTo>
                    <a:pt x="6826250" y="7620000"/>
                  </a:lnTo>
                  <a:cubicBezTo>
                    <a:pt x="7264400" y="7620000"/>
                    <a:pt x="7620000" y="7264400"/>
                    <a:pt x="7620000" y="6826250"/>
                  </a:cubicBezTo>
                  <a:lnTo>
                    <a:pt x="7620000" y="0"/>
                  </a:lnTo>
                  <a:lnTo>
                    <a:pt x="682625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500249" y="1551038"/>
            <a:ext cx="3229059" cy="7166760"/>
            <a:chOff x="0" y="0"/>
            <a:chExt cx="2858770" cy="63449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858770" cy="6344920"/>
            </a:xfrm>
            <a:custGeom>
              <a:avLst/>
              <a:gdLst/>
              <a:ahLst/>
              <a:cxnLst/>
              <a:rect r="r" b="b" t="t" l="l"/>
              <a:pathLst>
                <a:path h="6344920" w="2858770">
                  <a:moveTo>
                    <a:pt x="1827530" y="6344920"/>
                  </a:moveTo>
                  <a:lnTo>
                    <a:pt x="0" y="6344920"/>
                  </a:lnTo>
                  <a:lnTo>
                    <a:pt x="0" y="1031240"/>
                  </a:lnTo>
                  <a:cubicBezTo>
                    <a:pt x="0" y="461010"/>
                    <a:pt x="461010" y="0"/>
                    <a:pt x="1031240" y="0"/>
                  </a:cubicBezTo>
                  <a:lnTo>
                    <a:pt x="2858770" y="0"/>
                  </a:lnTo>
                  <a:lnTo>
                    <a:pt x="2858770" y="5313680"/>
                  </a:lnTo>
                  <a:cubicBezTo>
                    <a:pt x="2858770" y="5883910"/>
                    <a:pt x="2397760" y="6344920"/>
                    <a:pt x="1827530" y="6344920"/>
                  </a:cubicBezTo>
                  <a:close/>
                </a:path>
              </a:pathLst>
            </a:custGeom>
            <a:blipFill>
              <a:blip r:embed="rId5"/>
              <a:stretch>
                <a:fillRect l="0" t="-341" r="0" b="-341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5992999" y="2570446"/>
            <a:ext cx="1714404" cy="1714404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8C3B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2566838" y="7626877"/>
            <a:ext cx="1714404" cy="1714404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E6958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431807" y="-276658"/>
            <a:ext cx="3086100" cy="5253219"/>
            <a:chOff x="0" y="0"/>
            <a:chExt cx="812800" cy="138356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1383564"/>
            </a:xfrm>
            <a:custGeom>
              <a:avLst/>
              <a:gdLst/>
              <a:ahLst/>
              <a:cxnLst/>
              <a:rect r="r" b="b" t="t" l="l"/>
              <a:pathLst>
                <a:path h="1383564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383564"/>
                  </a:lnTo>
                  <a:lnTo>
                    <a:pt x="0" y="1383564"/>
                  </a:lnTo>
                  <a:close/>
                </a:path>
              </a:pathLst>
            </a:custGeom>
            <a:solidFill>
              <a:srgbClr val="FCFBF9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812800" cy="14216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7057143" y="442606"/>
            <a:ext cx="4173714" cy="259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06"/>
              </a:lnSpc>
            </a:pPr>
            <a:r>
              <a:rPr lang="en-US" b="true" sz="1550" spc="131">
                <a:solidFill>
                  <a:srgbClr val="000000"/>
                </a:solidFill>
                <a:latin typeface="Libra Serif Modern Bold"/>
                <a:ea typeface="Libra Serif Modern Bold"/>
                <a:cs typeface="Libra Serif Modern Bold"/>
                <a:sym typeface="Libra Serif Modern Bold"/>
              </a:rPr>
              <a:t>FACIAMATCH HAIR SALON</a:t>
            </a:r>
          </a:p>
        </p:txBody>
      </p:sp>
      <p:sp>
        <p:nvSpPr>
          <p:cNvPr name="AutoShape 23" id="23"/>
          <p:cNvSpPr/>
          <p:nvPr/>
        </p:nvSpPr>
        <p:spPr>
          <a:xfrm>
            <a:off x="10866181" y="582068"/>
            <a:ext cx="455067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oval" len="lg" w="lg"/>
            <a:tailEnd type="oval" len="lg" w="lg"/>
          </a:ln>
        </p:spPr>
      </p:sp>
      <p:grpSp>
        <p:nvGrpSpPr>
          <p:cNvPr name="Group 24" id="24"/>
          <p:cNvGrpSpPr/>
          <p:nvPr/>
        </p:nvGrpSpPr>
        <p:grpSpPr>
          <a:xfrm rot="0">
            <a:off x="2665472" y="6806740"/>
            <a:ext cx="6858670" cy="1640273"/>
            <a:chOff x="0" y="0"/>
            <a:chExt cx="1806399" cy="43200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806399" cy="432006"/>
            </a:xfrm>
            <a:custGeom>
              <a:avLst/>
              <a:gdLst/>
              <a:ahLst/>
              <a:cxnLst/>
              <a:rect r="r" b="b" t="t" l="l"/>
              <a:pathLst>
                <a:path h="432006" w="1806399">
                  <a:moveTo>
                    <a:pt x="1603199" y="0"/>
                  </a:moveTo>
                  <a:cubicBezTo>
                    <a:pt x="1715423" y="0"/>
                    <a:pt x="1806399" y="96708"/>
                    <a:pt x="1806399" y="216003"/>
                  </a:cubicBezTo>
                  <a:cubicBezTo>
                    <a:pt x="1806399" y="335298"/>
                    <a:pt x="1715423" y="432006"/>
                    <a:pt x="1603199" y="432006"/>
                  </a:cubicBezTo>
                  <a:lnTo>
                    <a:pt x="203200" y="432006"/>
                  </a:lnTo>
                  <a:cubicBezTo>
                    <a:pt x="90976" y="432006"/>
                    <a:pt x="0" y="335298"/>
                    <a:pt x="0" y="216003"/>
                  </a:cubicBezTo>
                  <a:cubicBezTo>
                    <a:pt x="0" y="9670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7E6958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1806399" cy="4701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2870507" y="7525970"/>
            <a:ext cx="6653636" cy="868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049"/>
              </a:lnSpc>
            </a:pPr>
            <a:r>
              <a:rPr lang="en-US" sz="10099">
                <a:solidFill>
                  <a:srgbClr val="000000"/>
                </a:solidFill>
                <a:latin typeface="IM Fell"/>
                <a:ea typeface="IM Fell"/>
                <a:cs typeface="IM Fell"/>
                <a:sym typeface="IM Fell"/>
              </a:rPr>
              <a:t>FaciaMatch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4729308" y="5594843"/>
            <a:ext cx="4326001" cy="1073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405"/>
              </a:lnSpc>
            </a:pPr>
            <a:r>
              <a:rPr lang="en-US" sz="7372" i="true">
                <a:solidFill>
                  <a:srgbClr val="000000"/>
                </a:solidFill>
                <a:latin typeface="IM Fell Italics"/>
                <a:ea typeface="IM Fell Italics"/>
                <a:cs typeface="IM Fell Italics"/>
                <a:sym typeface="IM Fell Italics"/>
              </a:rPr>
              <a:t>Introducing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10272577" y="4541758"/>
            <a:ext cx="1187208" cy="1133784"/>
          </a:xfrm>
          <a:custGeom>
            <a:avLst/>
            <a:gdLst/>
            <a:ahLst/>
            <a:cxnLst/>
            <a:rect r="r" b="b" t="t" l="l"/>
            <a:pathLst>
              <a:path h="1133784" w="1187208">
                <a:moveTo>
                  <a:pt x="0" y="0"/>
                </a:moveTo>
                <a:lnTo>
                  <a:pt x="1187208" y="0"/>
                </a:lnTo>
                <a:lnTo>
                  <a:pt x="1187208" y="1133784"/>
                </a:lnTo>
                <a:lnTo>
                  <a:pt x="0" y="113378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5526385" y="2011254"/>
            <a:ext cx="2982018" cy="715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23"/>
              </a:lnSpc>
            </a:pPr>
            <a:r>
              <a:rPr lang="en-US" b="true" sz="2214" spc="188">
                <a:solidFill>
                  <a:srgbClr val="000000"/>
                </a:solidFill>
                <a:latin typeface="Libra Serif Modern Bold"/>
                <a:ea typeface="Libra Serif Modern Bold"/>
                <a:cs typeface="Libra Serif Modern Bold"/>
                <a:sym typeface="Libra Serif Modern Bold"/>
              </a:rPr>
              <a:t>ONLINE BOOKING &amp; SCANNING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5526385" y="3038980"/>
            <a:ext cx="3553302" cy="826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Book appointments online with ease and flexibility. Upon arrival, a full head and scalp scan captures detailed hair data — type, texture, and health — to build your unique hair profile.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584820" y="2011254"/>
            <a:ext cx="2982018" cy="715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23"/>
              </a:lnSpc>
            </a:pPr>
            <a:r>
              <a:rPr lang="en-US" b="true" sz="2214" spc="188">
                <a:solidFill>
                  <a:srgbClr val="000000"/>
                </a:solidFill>
                <a:latin typeface="Libra Serif Modern Bold"/>
                <a:ea typeface="Libra Serif Modern Bold"/>
                <a:cs typeface="Libra Serif Modern Bold"/>
                <a:sym typeface="Libra Serif Modern Bold"/>
              </a:rPr>
              <a:t>PERSONALIZED MATCHING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584820" y="3038980"/>
            <a:ext cx="3553302" cy="826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FaciaMatch uses your personalized hair profile to intelligently connect you with the stylist best suited to your hair type and needs, ensuring expert care every visit.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651617" y="8151285"/>
            <a:ext cx="2257064" cy="665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9"/>
              </a:lnSpc>
            </a:pPr>
            <a:r>
              <a:rPr lang="en-US" sz="2219" spc="177">
                <a:solidFill>
                  <a:srgbClr val="FFFFFF"/>
                </a:solidFill>
                <a:latin typeface="Cinzel"/>
                <a:ea typeface="Cinzel"/>
                <a:cs typeface="Cinzel"/>
                <a:sym typeface="Cinzel"/>
              </a:rPr>
              <a:t>Amazing </a:t>
            </a:r>
          </a:p>
          <a:p>
            <a:pPr algn="l" marL="0" indent="0" lvl="0">
              <a:lnSpc>
                <a:spcPts val="2619"/>
              </a:lnSpc>
            </a:pPr>
            <a:r>
              <a:rPr lang="en-US" sz="2219" spc="177">
                <a:solidFill>
                  <a:srgbClr val="FFFFFF"/>
                </a:solidFill>
                <a:latin typeface="Cinzel"/>
                <a:ea typeface="Cinzel"/>
                <a:cs typeface="Cinzel"/>
                <a:sym typeface="Cinzel"/>
              </a:rPr>
              <a:t>    care 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6224630" y="3139931"/>
            <a:ext cx="1124054" cy="584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30"/>
              </a:lnSpc>
            </a:pPr>
            <a:r>
              <a:rPr lang="en-US" sz="1975" spc="158">
                <a:solidFill>
                  <a:srgbClr val="000000"/>
                </a:solidFill>
                <a:latin typeface="Cinzel"/>
                <a:ea typeface="Cinzel"/>
                <a:cs typeface="Cinzel"/>
                <a:sym typeface="Cinzel"/>
              </a:rPr>
              <a:t>Always honest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6194" r="0" b="-6619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144000" y="1028700"/>
            <a:ext cx="10204844" cy="10164663"/>
            <a:chOff x="0" y="0"/>
            <a:chExt cx="2687695" cy="267711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687695" cy="2677113"/>
            </a:xfrm>
            <a:custGeom>
              <a:avLst/>
              <a:gdLst/>
              <a:ahLst/>
              <a:cxnLst/>
              <a:rect r="r" b="b" t="t" l="l"/>
              <a:pathLst>
                <a:path h="2677113" w="2687695">
                  <a:moveTo>
                    <a:pt x="43243" y="0"/>
                  </a:moveTo>
                  <a:lnTo>
                    <a:pt x="2644452" y="0"/>
                  </a:lnTo>
                  <a:cubicBezTo>
                    <a:pt x="2655921" y="0"/>
                    <a:pt x="2666920" y="4556"/>
                    <a:pt x="2675030" y="12666"/>
                  </a:cubicBezTo>
                  <a:cubicBezTo>
                    <a:pt x="2683140" y="20775"/>
                    <a:pt x="2687695" y="31774"/>
                    <a:pt x="2687695" y="43243"/>
                  </a:cubicBezTo>
                  <a:lnTo>
                    <a:pt x="2687695" y="2633870"/>
                  </a:lnTo>
                  <a:cubicBezTo>
                    <a:pt x="2687695" y="2645338"/>
                    <a:pt x="2683140" y="2656337"/>
                    <a:pt x="2675030" y="2664447"/>
                  </a:cubicBezTo>
                  <a:cubicBezTo>
                    <a:pt x="2666920" y="2672557"/>
                    <a:pt x="2655921" y="2677113"/>
                    <a:pt x="2644452" y="2677113"/>
                  </a:cubicBezTo>
                  <a:lnTo>
                    <a:pt x="43243" y="2677113"/>
                  </a:lnTo>
                  <a:cubicBezTo>
                    <a:pt x="31774" y="2677113"/>
                    <a:pt x="20775" y="2672557"/>
                    <a:pt x="12666" y="2664447"/>
                  </a:cubicBezTo>
                  <a:cubicBezTo>
                    <a:pt x="4556" y="2656337"/>
                    <a:pt x="0" y="2645338"/>
                    <a:pt x="0" y="2633870"/>
                  </a:cubicBezTo>
                  <a:lnTo>
                    <a:pt x="0" y="43243"/>
                  </a:lnTo>
                  <a:cubicBezTo>
                    <a:pt x="0" y="31774"/>
                    <a:pt x="4556" y="20775"/>
                    <a:pt x="12666" y="12666"/>
                  </a:cubicBezTo>
                  <a:cubicBezTo>
                    <a:pt x="20775" y="4556"/>
                    <a:pt x="31774" y="0"/>
                    <a:pt x="43243" y="0"/>
                  </a:cubicBezTo>
                  <a:close/>
                </a:path>
              </a:pathLst>
            </a:custGeom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687695" cy="27152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6971673" y="454387"/>
            <a:ext cx="4095506" cy="245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870"/>
              </a:lnSpc>
            </a:pPr>
            <a:r>
              <a:rPr lang="en-US" b="true" sz="1521" spc="129">
                <a:solidFill>
                  <a:srgbClr val="000000"/>
                </a:solidFill>
                <a:latin typeface="Libra Serif Modern Bold"/>
                <a:ea typeface="Libra Serif Modern Bold"/>
                <a:cs typeface="Libra Serif Modern Bold"/>
                <a:sym typeface="Libra Serif Modern Bold"/>
              </a:rPr>
              <a:t>FACIAMATCH HAIR SALON</a:t>
            </a:r>
          </a:p>
        </p:txBody>
      </p:sp>
      <p:sp>
        <p:nvSpPr>
          <p:cNvPr name="AutoShape 7" id="7"/>
          <p:cNvSpPr/>
          <p:nvPr/>
        </p:nvSpPr>
        <p:spPr>
          <a:xfrm>
            <a:off x="2871148" y="582068"/>
            <a:ext cx="455067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AutoShape 8" id="8"/>
          <p:cNvSpPr/>
          <p:nvPr/>
        </p:nvSpPr>
        <p:spPr>
          <a:xfrm>
            <a:off x="10866181" y="582068"/>
            <a:ext cx="455067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oval" len="lg" w="lg"/>
            <a:tailEnd type="oval" len="lg" w="lg"/>
          </a:ln>
        </p:spPr>
      </p: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1780831" y="1954429"/>
            <a:ext cx="4653608" cy="6378143"/>
            <a:chOff x="0" y="0"/>
            <a:chExt cx="6383249" cy="874875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648908" y="396173"/>
              <a:ext cx="5085444" cy="7956401"/>
            </a:xfrm>
            <a:custGeom>
              <a:avLst/>
              <a:gdLst/>
              <a:ahLst/>
              <a:cxnLst/>
              <a:rect r="r" b="b" t="t" l="l"/>
              <a:pathLst>
                <a:path h="7956401" w="5085444">
                  <a:moveTo>
                    <a:pt x="2542716" y="7956401"/>
                  </a:moveTo>
                  <a:cubicBezTo>
                    <a:pt x="1140657" y="7956401"/>
                    <a:pt x="0" y="6815733"/>
                    <a:pt x="0" y="5413673"/>
                  </a:cubicBezTo>
                  <a:lnTo>
                    <a:pt x="0" y="2542723"/>
                  </a:lnTo>
                  <a:cubicBezTo>
                    <a:pt x="0" y="1140663"/>
                    <a:pt x="1140655" y="0"/>
                    <a:pt x="2542716" y="0"/>
                  </a:cubicBezTo>
                  <a:cubicBezTo>
                    <a:pt x="3944777" y="0"/>
                    <a:pt x="5085444" y="1140662"/>
                    <a:pt x="5085444" y="2542723"/>
                  </a:cubicBezTo>
                  <a:lnTo>
                    <a:pt x="5085444" y="5413673"/>
                  </a:lnTo>
                  <a:cubicBezTo>
                    <a:pt x="5085445" y="6815733"/>
                    <a:pt x="3944777" y="7956401"/>
                    <a:pt x="2542716" y="7956401"/>
                  </a:cubicBezTo>
                  <a:close/>
                </a:path>
              </a:pathLst>
            </a:custGeom>
            <a:blipFill>
              <a:blip r:embed="rId3"/>
              <a:stretch>
                <a:fillRect l="-847" t="0" r="-847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4" y="5650"/>
              <a:ext cx="6383236" cy="8737452"/>
            </a:xfrm>
            <a:custGeom>
              <a:avLst/>
              <a:gdLst/>
              <a:ahLst/>
              <a:cxnLst/>
              <a:rect r="r" b="b" t="t" l="l"/>
              <a:pathLst>
                <a:path h="8737452" w="6383236">
                  <a:moveTo>
                    <a:pt x="3191610" y="380999"/>
                  </a:moveTo>
                  <a:cubicBezTo>
                    <a:pt x="1784298" y="380999"/>
                    <a:pt x="639369" y="1525933"/>
                    <a:pt x="639369" y="2933247"/>
                  </a:cubicBezTo>
                  <a:lnTo>
                    <a:pt x="639369" y="5804197"/>
                  </a:lnTo>
                  <a:cubicBezTo>
                    <a:pt x="639369" y="7211516"/>
                    <a:pt x="1784298" y="8356450"/>
                    <a:pt x="3191610" y="8356450"/>
                  </a:cubicBezTo>
                  <a:cubicBezTo>
                    <a:pt x="4598929" y="8356450"/>
                    <a:pt x="5743863" y="7211516"/>
                    <a:pt x="5743863" y="5804198"/>
                  </a:cubicBezTo>
                  <a:lnTo>
                    <a:pt x="5743863" y="2933246"/>
                  </a:lnTo>
                  <a:cubicBezTo>
                    <a:pt x="5743864" y="1525933"/>
                    <a:pt x="4598929" y="380999"/>
                    <a:pt x="3191610" y="380999"/>
                  </a:cubicBezTo>
                  <a:close/>
                  <a:moveTo>
                    <a:pt x="5724814" y="5804196"/>
                  </a:moveTo>
                  <a:cubicBezTo>
                    <a:pt x="5724814" y="7201011"/>
                    <a:pt x="4588425" y="8337399"/>
                    <a:pt x="3191612" y="8337399"/>
                  </a:cubicBezTo>
                  <a:cubicBezTo>
                    <a:pt x="1794803" y="8337399"/>
                    <a:pt x="658420" y="7201009"/>
                    <a:pt x="658420" y="5804196"/>
                  </a:cubicBezTo>
                  <a:lnTo>
                    <a:pt x="658420" y="2933246"/>
                  </a:lnTo>
                  <a:cubicBezTo>
                    <a:pt x="658420" y="1536437"/>
                    <a:pt x="1794803" y="400048"/>
                    <a:pt x="3191612" y="400048"/>
                  </a:cubicBezTo>
                  <a:cubicBezTo>
                    <a:pt x="4588426" y="400048"/>
                    <a:pt x="5724814" y="1536437"/>
                    <a:pt x="5724814" y="2933246"/>
                  </a:cubicBezTo>
                  <a:lnTo>
                    <a:pt x="5724814" y="5804196"/>
                  </a:lnTo>
                  <a:close/>
                  <a:moveTo>
                    <a:pt x="6124864" y="4188866"/>
                  </a:moveTo>
                  <a:lnTo>
                    <a:pt x="6124864" y="2933247"/>
                  </a:lnTo>
                  <a:cubicBezTo>
                    <a:pt x="6124864" y="2149753"/>
                    <a:pt x="5819754" y="1413147"/>
                    <a:pt x="5265741" y="859135"/>
                  </a:cubicBezTo>
                  <a:cubicBezTo>
                    <a:pt x="4711717" y="305110"/>
                    <a:pt x="3975117" y="0"/>
                    <a:pt x="3191610" y="0"/>
                  </a:cubicBezTo>
                  <a:cubicBezTo>
                    <a:pt x="2408111" y="0"/>
                    <a:pt x="1671511" y="305110"/>
                    <a:pt x="1117492" y="859135"/>
                  </a:cubicBezTo>
                  <a:cubicBezTo>
                    <a:pt x="563479" y="1413147"/>
                    <a:pt x="258369" y="2149753"/>
                    <a:pt x="258369" y="2933247"/>
                  </a:cubicBezTo>
                  <a:lnTo>
                    <a:pt x="258369" y="4188869"/>
                  </a:lnTo>
                  <a:cubicBezTo>
                    <a:pt x="217862" y="4278875"/>
                    <a:pt x="142047" y="4365847"/>
                    <a:pt x="0" y="4386273"/>
                  </a:cubicBezTo>
                  <a:cubicBezTo>
                    <a:pt x="142047" y="4406698"/>
                    <a:pt x="217862" y="4493670"/>
                    <a:pt x="258369" y="4583676"/>
                  </a:cubicBezTo>
                  <a:lnTo>
                    <a:pt x="258369" y="5804197"/>
                  </a:lnTo>
                  <a:cubicBezTo>
                    <a:pt x="258369" y="6587703"/>
                    <a:pt x="563479" y="7324303"/>
                    <a:pt x="1117492" y="7878328"/>
                  </a:cubicBezTo>
                  <a:cubicBezTo>
                    <a:pt x="1671511" y="8432340"/>
                    <a:pt x="2408110" y="8737452"/>
                    <a:pt x="3191610" y="8737452"/>
                  </a:cubicBezTo>
                  <a:cubicBezTo>
                    <a:pt x="3975117" y="8737452"/>
                    <a:pt x="4711717" y="8432342"/>
                    <a:pt x="5265741" y="7878328"/>
                  </a:cubicBezTo>
                  <a:cubicBezTo>
                    <a:pt x="5819753" y="7324303"/>
                    <a:pt x="6124864" y="6587703"/>
                    <a:pt x="6124864" y="5804198"/>
                  </a:cubicBezTo>
                  <a:lnTo>
                    <a:pt x="6124864" y="4583678"/>
                  </a:lnTo>
                  <a:cubicBezTo>
                    <a:pt x="6165374" y="4493672"/>
                    <a:pt x="6241189" y="4406699"/>
                    <a:pt x="6383236" y="4386273"/>
                  </a:cubicBezTo>
                  <a:cubicBezTo>
                    <a:pt x="6241189" y="4365846"/>
                    <a:pt x="6165374" y="4278873"/>
                    <a:pt x="6124864" y="4188866"/>
                  </a:cubicBezTo>
                  <a:close/>
                  <a:moveTo>
                    <a:pt x="5252260" y="7864846"/>
                  </a:moveTo>
                  <a:cubicBezTo>
                    <a:pt x="4701845" y="8415275"/>
                    <a:pt x="3970019" y="8718400"/>
                    <a:pt x="3191610" y="8718400"/>
                  </a:cubicBezTo>
                  <a:cubicBezTo>
                    <a:pt x="2413202" y="8718400"/>
                    <a:pt x="1681384" y="8415274"/>
                    <a:pt x="1130960" y="7864846"/>
                  </a:cubicBezTo>
                  <a:cubicBezTo>
                    <a:pt x="580545" y="7314431"/>
                    <a:pt x="277419" y="6582605"/>
                    <a:pt x="277419" y="5804196"/>
                  </a:cubicBezTo>
                  <a:lnTo>
                    <a:pt x="277419" y="4583669"/>
                  </a:lnTo>
                  <a:cubicBezTo>
                    <a:pt x="317928" y="4493665"/>
                    <a:pt x="393743" y="4406697"/>
                    <a:pt x="535784" y="4386272"/>
                  </a:cubicBezTo>
                  <a:cubicBezTo>
                    <a:pt x="393743" y="4365846"/>
                    <a:pt x="317927" y="4278877"/>
                    <a:pt x="277419" y="4188873"/>
                  </a:cubicBezTo>
                  <a:lnTo>
                    <a:pt x="277419" y="2933246"/>
                  </a:lnTo>
                  <a:cubicBezTo>
                    <a:pt x="277419" y="2154837"/>
                    <a:pt x="580545" y="1423019"/>
                    <a:pt x="1130960" y="872602"/>
                  </a:cubicBezTo>
                  <a:cubicBezTo>
                    <a:pt x="1681383" y="322180"/>
                    <a:pt x="2413202" y="19049"/>
                    <a:pt x="3191610" y="19049"/>
                  </a:cubicBezTo>
                  <a:cubicBezTo>
                    <a:pt x="3970019" y="19049"/>
                    <a:pt x="4701844" y="322181"/>
                    <a:pt x="5252260" y="872603"/>
                  </a:cubicBezTo>
                  <a:cubicBezTo>
                    <a:pt x="5802688" y="1423019"/>
                    <a:pt x="6105815" y="2154838"/>
                    <a:pt x="6105815" y="2933247"/>
                  </a:cubicBezTo>
                  <a:lnTo>
                    <a:pt x="6105815" y="4188877"/>
                  </a:lnTo>
                  <a:cubicBezTo>
                    <a:pt x="6065306" y="4278881"/>
                    <a:pt x="5989491" y="4365849"/>
                    <a:pt x="5847448" y="4386273"/>
                  </a:cubicBezTo>
                  <a:cubicBezTo>
                    <a:pt x="5989489" y="4406697"/>
                    <a:pt x="6065306" y="4493665"/>
                    <a:pt x="6105815" y="4583669"/>
                  </a:cubicBezTo>
                  <a:lnTo>
                    <a:pt x="6105815" y="5804198"/>
                  </a:lnTo>
                  <a:cubicBezTo>
                    <a:pt x="6105814" y="6582604"/>
                    <a:pt x="5802688" y="7314430"/>
                    <a:pt x="5252260" y="7864846"/>
                  </a:cubicBezTo>
                  <a:close/>
                </a:path>
              </a:pathLst>
            </a:custGeom>
            <a:solidFill>
              <a:srgbClr val="4E3B2D"/>
            </a:solidFill>
          </p:spPr>
        </p:sp>
      </p:grpSp>
      <p:grpSp>
        <p:nvGrpSpPr>
          <p:cNvPr name="Group 12" id="12"/>
          <p:cNvGrpSpPr>
            <a:grpSpLocks noChangeAspect="true"/>
          </p:cNvGrpSpPr>
          <p:nvPr/>
        </p:nvGrpSpPr>
        <p:grpSpPr>
          <a:xfrm rot="0">
            <a:off x="7092195" y="2520315"/>
            <a:ext cx="3974984" cy="5246370"/>
            <a:chOff x="0" y="0"/>
            <a:chExt cx="6626225" cy="874560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633202" y="390485"/>
              <a:ext cx="5359949" cy="7964758"/>
            </a:xfrm>
            <a:custGeom>
              <a:avLst/>
              <a:gdLst/>
              <a:ahLst/>
              <a:cxnLst/>
              <a:rect r="r" b="b" t="t" l="l"/>
              <a:pathLst>
                <a:path h="7964758" w="5359949">
                  <a:moveTo>
                    <a:pt x="2679974" y="40"/>
                  </a:moveTo>
                  <a:cubicBezTo>
                    <a:pt x="1723941" y="-6342"/>
                    <a:pt x="838696" y="751289"/>
                    <a:pt x="359441" y="1986051"/>
                  </a:cubicBezTo>
                  <a:cubicBezTo>
                    <a:pt x="-119814" y="3220812"/>
                    <a:pt x="-119814" y="4743946"/>
                    <a:pt x="359441" y="5978708"/>
                  </a:cubicBezTo>
                  <a:cubicBezTo>
                    <a:pt x="838696" y="7213469"/>
                    <a:pt x="1723941" y="7971100"/>
                    <a:pt x="2679974" y="7964718"/>
                  </a:cubicBezTo>
                  <a:cubicBezTo>
                    <a:pt x="3636007" y="7971100"/>
                    <a:pt x="4521252" y="7213469"/>
                    <a:pt x="5000507" y="5978708"/>
                  </a:cubicBezTo>
                  <a:cubicBezTo>
                    <a:pt x="5479762" y="4743946"/>
                    <a:pt x="5479762" y="3220812"/>
                    <a:pt x="5000507" y="1986051"/>
                  </a:cubicBezTo>
                  <a:cubicBezTo>
                    <a:pt x="4521252" y="751289"/>
                    <a:pt x="3636007" y="-6342"/>
                    <a:pt x="2679974" y="40"/>
                  </a:cubicBezTo>
                  <a:close/>
                </a:path>
              </a:pathLst>
            </a:custGeom>
            <a:blipFill>
              <a:blip r:embed="rId4"/>
              <a:stretch>
                <a:fillRect l="-429" t="0" r="-429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626225" cy="8745728"/>
            </a:xfrm>
            <a:custGeom>
              <a:avLst/>
              <a:gdLst/>
              <a:ahLst/>
              <a:cxnLst/>
              <a:rect r="r" b="b" t="t" l="l"/>
              <a:pathLst>
                <a:path h="8745728" w="6626225">
                  <a:moveTo>
                    <a:pt x="3313176" y="381000"/>
                  </a:moveTo>
                  <a:cubicBezTo>
                    <a:pt x="2597277" y="381000"/>
                    <a:pt x="1924431" y="796671"/>
                    <a:pt x="1418717" y="1551559"/>
                  </a:cubicBezTo>
                  <a:cubicBezTo>
                    <a:pt x="913765" y="2305304"/>
                    <a:pt x="635635" y="3307207"/>
                    <a:pt x="635635" y="4372737"/>
                  </a:cubicBezTo>
                  <a:cubicBezTo>
                    <a:pt x="635635" y="5438267"/>
                    <a:pt x="913765" y="6440170"/>
                    <a:pt x="1418717" y="7193915"/>
                  </a:cubicBezTo>
                  <a:cubicBezTo>
                    <a:pt x="1924431" y="7948803"/>
                    <a:pt x="2597277" y="8364474"/>
                    <a:pt x="3313176" y="8364474"/>
                  </a:cubicBezTo>
                  <a:cubicBezTo>
                    <a:pt x="4029075" y="8364474"/>
                    <a:pt x="4701921" y="7948803"/>
                    <a:pt x="5207635" y="7193915"/>
                  </a:cubicBezTo>
                  <a:cubicBezTo>
                    <a:pt x="5712587" y="6440170"/>
                    <a:pt x="5990717" y="5438267"/>
                    <a:pt x="5990717" y="4372737"/>
                  </a:cubicBezTo>
                  <a:cubicBezTo>
                    <a:pt x="5990717" y="3307207"/>
                    <a:pt x="5712587" y="2305177"/>
                    <a:pt x="5207635" y="1551559"/>
                  </a:cubicBezTo>
                  <a:cubicBezTo>
                    <a:pt x="4701794" y="796671"/>
                    <a:pt x="4029075" y="381000"/>
                    <a:pt x="3313176" y="381000"/>
                  </a:cubicBezTo>
                  <a:close/>
                  <a:moveTo>
                    <a:pt x="5191760" y="7183374"/>
                  </a:moveTo>
                  <a:cubicBezTo>
                    <a:pt x="4689729" y="7932801"/>
                    <a:pt x="4022471" y="8345551"/>
                    <a:pt x="3313176" y="8345551"/>
                  </a:cubicBezTo>
                  <a:cubicBezTo>
                    <a:pt x="2603754" y="8345551"/>
                    <a:pt x="1936623" y="7932801"/>
                    <a:pt x="1434592" y="7183374"/>
                  </a:cubicBezTo>
                  <a:cubicBezTo>
                    <a:pt x="931672" y="6432804"/>
                    <a:pt x="654812" y="5434584"/>
                    <a:pt x="654812" y="4372737"/>
                  </a:cubicBezTo>
                  <a:cubicBezTo>
                    <a:pt x="654812" y="3310890"/>
                    <a:pt x="931799" y="2312670"/>
                    <a:pt x="1434592" y="1562100"/>
                  </a:cubicBezTo>
                  <a:cubicBezTo>
                    <a:pt x="1936623" y="812800"/>
                    <a:pt x="2603754" y="400050"/>
                    <a:pt x="3313176" y="400050"/>
                  </a:cubicBezTo>
                  <a:cubicBezTo>
                    <a:pt x="4022598" y="400050"/>
                    <a:pt x="4689729" y="812800"/>
                    <a:pt x="5191760" y="1562227"/>
                  </a:cubicBezTo>
                  <a:cubicBezTo>
                    <a:pt x="5694680" y="2312797"/>
                    <a:pt x="5971540" y="3311017"/>
                    <a:pt x="5971540" y="4372864"/>
                  </a:cubicBezTo>
                  <a:cubicBezTo>
                    <a:pt x="5971667" y="5434711"/>
                    <a:pt x="5694680" y="6432804"/>
                    <a:pt x="5191760" y="7183374"/>
                  </a:cubicBezTo>
                  <a:close/>
                  <a:moveTo>
                    <a:pt x="6626225" y="4372864"/>
                  </a:moveTo>
                  <a:cubicBezTo>
                    <a:pt x="6484874" y="4352544"/>
                    <a:pt x="6409182" y="4266438"/>
                    <a:pt x="6368542" y="4176903"/>
                  </a:cubicBezTo>
                  <a:cubicBezTo>
                    <a:pt x="6336030" y="3109595"/>
                    <a:pt x="6039231" y="2108454"/>
                    <a:pt x="5524119" y="1339596"/>
                  </a:cubicBezTo>
                  <a:cubicBezTo>
                    <a:pt x="5248529" y="928243"/>
                    <a:pt x="4924171" y="603123"/>
                    <a:pt x="4560062" y="373253"/>
                  </a:cubicBezTo>
                  <a:cubicBezTo>
                    <a:pt x="4167759" y="125603"/>
                    <a:pt x="3748278" y="0"/>
                    <a:pt x="3313176" y="0"/>
                  </a:cubicBezTo>
                  <a:cubicBezTo>
                    <a:pt x="2878074" y="0"/>
                    <a:pt x="2458466" y="125603"/>
                    <a:pt x="2066163" y="373253"/>
                  </a:cubicBezTo>
                  <a:cubicBezTo>
                    <a:pt x="1702054" y="603123"/>
                    <a:pt x="1377696" y="928243"/>
                    <a:pt x="1102106" y="1339596"/>
                  </a:cubicBezTo>
                  <a:cubicBezTo>
                    <a:pt x="586994" y="2108454"/>
                    <a:pt x="290068" y="3109595"/>
                    <a:pt x="257683" y="4176903"/>
                  </a:cubicBezTo>
                  <a:cubicBezTo>
                    <a:pt x="217043" y="4266438"/>
                    <a:pt x="141224" y="4352544"/>
                    <a:pt x="0" y="4372864"/>
                  </a:cubicBezTo>
                  <a:cubicBezTo>
                    <a:pt x="141351" y="4393184"/>
                    <a:pt x="217043" y="4479290"/>
                    <a:pt x="257683" y="4568825"/>
                  </a:cubicBezTo>
                  <a:cubicBezTo>
                    <a:pt x="290068" y="5636133"/>
                    <a:pt x="586994" y="6637274"/>
                    <a:pt x="1102106" y="7406132"/>
                  </a:cubicBezTo>
                  <a:cubicBezTo>
                    <a:pt x="1377696" y="7817486"/>
                    <a:pt x="1702054" y="8142605"/>
                    <a:pt x="2066163" y="8372475"/>
                  </a:cubicBezTo>
                  <a:cubicBezTo>
                    <a:pt x="2458466" y="8620125"/>
                    <a:pt x="2877947" y="8745728"/>
                    <a:pt x="3313176" y="8745728"/>
                  </a:cubicBezTo>
                  <a:cubicBezTo>
                    <a:pt x="3748405" y="8745728"/>
                    <a:pt x="4167886" y="8620125"/>
                    <a:pt x="4560189" y="8372475"/>
                  </a:cubicBezTo>
                  <a:cubicBezTo>
                    <a:pt x="4924298" y="8142605"/>
                    <a:pt x="5248656" y="7817485"/>
                    <a:pt x="5524246" y="7406132"/>
                  </a:cubicBezTo>
                  <a:cubicBezTo>
                    <a:pt x="6039358" y="6637275"/>
                    <a:pt x="6336284" y="5636133"/>
                    <a:pt x="6368669" y="4568825"/>
                  </a:cubicBezTo>
                  <a:cubicBezTo>
                    <a:pt x="6409182" y="4479290"/>
                    <a:pt x="6485001" y="4393184"/>
                    <a:pt x="6626225" y="4372864"/>
                  </a:cubicBezTo>
                  <a:close/>
                  <a:moveTo>
                    <a:pt x="5508244" y="7395464"/>
                  </a:moveTo>
                  <a:cubicBezTo>
                    <a:pt x="5234178" y="7804531"/>
                    <a:pt x="4911725" y="8127873"/>
                    <a:pt x="4549902" y="8356219"/>
                  </a:cubicBezTo>
                  <a:cubicBezTo>
                    <a:pt x="4160647" y="8601964"/>
                    <a:pt x="3744595" y="8726551"/>
                    <a:pt x="3313049" y="8726551"/>
                  </a:cubicBezTo>
                  <a:cubicBezTo>
                    <a:pt x="2881503" y="8726551"/>
                    <a:pt x="2465451" y="8601964"/>
                    <a:pt x="2076196" y="8356219"/>
                  </a:cubicBezTo>
                  <a:cubicBezTo>
                    <a:pt x="1714373" y="8127747"/>
                    <a:pt x="1391920" y="7804531"/>
                    <a:pt x="1117854" y="7395464"/>
                  </a:cubicBezTo>
                  <a:cubicBezTo>
                    <a:pt x="605282" y="6630289"/>
                    <a:pt x="309499" y="5633974"/>
                    <a:pt x="276733" y="4571492"/>
                  </a:cubicBezTo>
                  <a:cubicBezTo>
                    <a:pt x="317119" y="4481068"/>
                    <a:pt x="392938" y="4393311"/>
                    <a:pt x="535686" y="4372864"/>
                  </a:cubicBezTo>
                  <a:cubicBezTo>
                    <a:pt x="392938" y="4352290"/>
                    <a:pt x="317119" y="4264660"/>
                    <a:pt x="276733" y="4174236"/>
                  </a:cubicBezTo>
                  <a:cubicBezTo>
                    <a:pt x="309626" y="3111754"/>
                    <a:pt x="605282" y="2115439"/>
                    <a:pt x="1117854" y="1350264"/>
                  </a:cubicBezTo>
                  <a:cubicBezTo>
                    <a:pt x="1392047" y="941070"/>
                    <a:pt x="1714500" y="617855"/>
                    <a:pt x="2076323" y="389382"/>
                  </a:cubicBezTo>
                  <a:cubicBezTo>
                    <a:pt x="2465578" y="143637"/>
                    <a:pt x="2881630" y="19050"/>
                    <a:pt x="3313176" y="19050"/>
                  </a:cubicBezTo>
                  <a:cubicBezTo>
                    <a:pt x="3744722" y="19050"/>
                    <a:pt x="4160774" y="143637"/>
                    <a:pt x="4550029" y="389382"/>
                  </a:cubicBezTo>
                  <a:cubicBezTo>
                    <a:pt x="4911852" y="617855"/>
                    <a:pt x="5234305" y="941070"/>
                    <a:pt x="5508371" y="1350137"/>
                  </a:cubicBezTo>
                  <a:cubicBezTo>
                    <a:pt x="6020943" y="2115312"/>
                    <a:pt x="6316726" y="3111627"/>
                    <a:pt x="6349492" y="4174109"/>
                  </a:cubicBezTo>
                  <a:cubicBezTo>
                    <a:pt x="6309106" y="4264533"/>
                    <a:pt x="6233287" y="4352290"/>
                    <a:pt x="6090539" y="4372737"/>
                  </a:cubicBezTo>
                  <a:cubicBezTo>
                    <a:pt x="6233287" y="4393311"/>
                    <a:pt x="6309106" y="4480941"/>
                    <a:pt x="6349492" y="4571365"/>
                  </a:cubicBezTo>
                  <a:cubicBezTo>
                    <a:pt x="6316599" y="5633974"/>
                    <a:pt x="6020943" y="6630289"/>
                    <a:pt x="5508244" y="7395464"/>
                  </a:cubicBezTo>
                  <a:close/>
                </a:path>
              </a:pathLst>
            </a:custGeom>
            <a:solidFill>
              <a:srgbClr val="4E3B2D"/>
            </a:solidFill>
          </p:spPr>
        </p:sp>
      </p:grpSp>
      <p:sp>
        <p:nvSpPr>
          <p:cNvPr name="Freeform 15" id="15"/>
          <p:cNvSpPr/>
          <p:nvPr/>
        </p:nvSpPr>
        <p:spPr>
          <a:xfrm flipH="false" flipV="false" rot="0">
            <a:off x="8550396" y="8691408"/>
            <a:ext cx="1187208" cy="1133784"/>
          </a:xfrm>
          <a:custGeom>
            <a:avLst/>
            <a:gdLst/>
            <a:ahLst/>
            <a:cxnLst/>
            <a:rect r="r" b="b" t="t" l="l"/>
            <a:pathLst>
              <a:path h="1133784" w="1187208">
                <a:moveTo>
                  <a:pt x="0" y="0"/>
                </a:moveTo>
                <a:lnTo>
                  <a:pt x="1187208" y="0"/>
                </a:lnTo>
                <a:lnTo>
                  <a:pt x="1187208" y="1133784"/>
                </a:lnTo>
                <a:lnTo>
                  <a:pt x="0" y="113378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11714991" y="7282015"/>
            <a:ext cx="5795994" cy="1640273"/>
            <a:chOff x="0" y="0"/>
            <a:chExt cx="1526517" cy="43200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526517" cy="432006"/>
            </a:xfrm>
            <a:custGeom>
              <a:avLst/>
              <a:gdLst/>
              <a:ahLst/>
              <a:cxnLst/>
              <a:rect r="r" b="b" t="t" l="l"/>
              <a:pathLst>
                <a:path h="432006" w="1526517">
                  <a:moveTo>
                    <a:pt x="1323317" y="0"/>
                  </a:moveTo>
                  <a:cubicBezTo>
                    <a:pt x="1435541" y="0"/>
                    <a:pt x="1526517" y="96708"/>
                    <a:pt x="1526517" y="216003"/>
                  </a:cubicBezTo>
                  <a:cubicBezTo>
                    <a:pt x="1526517" y="335298"/>
                    <a:pt x="1435541" y="432006"/>
                    <a:pt x="1323317" y="432006"/>
                  </a:cubicBezTo>
                  <a:lnTo>
                    <a:pt x="203200" y="432006"/>
                  </a:lnTo>
                  <a:cubicBezTo>
                    <a:pt x="90976" y="432006"/>
                    <a:pt x="0" y="335298"/>
                    <a:pt x="0" y="216003"/>
                  </a:cubicBezTo>
                  <a:cubicBezTo>
                    <a:pt x="0" y="9670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7E6958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526517" cy="4701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2124824" y="7996390"/>
            <a:ext cx="5309352" cy="8885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272"/>
              </a:lnSpc>
            </a:pPr>
            <a:r>
              <a:rPr lang="en-US" sz="10545">
                <a:solidFill>
                  <a:srgbClr val="000000"/>
                </a:solidFill>
                <a:latin typeface="IM Fell"/>
                <a:ea typeface="IM Fell"/>
                <a:cs typeface="IM Fell"/>
                <a:sym typeface="IM Fell"/>
              </a:rPr>
              <a:t>Features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305791" y="6010672"/>
            <a:ext cx="2947416" cy="1258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778"/>
              </a:lnSpc>
            </a:pPr>
            <a:r>
              <a:rPr lang="en-US" sz="8577" i="true">
                <a:solidFill>
                  <a:srgbClr val="000000"/>
                </a:solidFill>
                <a:latin typeface="IM Fell Italics"/>
                <a:ea typeface="IM Fell Italics"/>
                <a:cs typeface="IM Fell Italics"/>
                <a:sym typeface="IM Fell Italics"/>
              </a:rPr>
              <a:t>Key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564323" y="1831231"/>
            <a:ext cx="4401839" cy="8129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82"/>
              </a:lnSpc>
            </a:pPr>
            <a:r>
              <a:rPr lang="en-US" b="true" sz="2782" spc="222">
                <a:solidFill>
                  <a:srgbClr val="000000"/>
                </a:solidFill>
                <a:latin typeface="Cinzel Bold"/>
                <a:ea typeface="Cinzel Bold"/>
                <a:cs typeface="Cinzel Bold"/>
                <a:sym typeface="Cinzel Bold"/>
              </a:rPr>
              <a:t>Online Booking &amp; Scalp Scanning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564323" y="2863801"/>
            <a:ext cx="4066245" cy="617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Book appointments online with ease and undergo a full head &amp; scalp scan for detailed hair analysis upon arrival.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714991" y="3896678"/>
            <a:ext cx="4401839" cy="8129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82"/>
              </a:lnSpc>
            </a:pPr>
            <a:r>
              <a:rPr lang="en-US" b="true" sz="2782" spc="222">
                <a:solidFill>
                  <a:srgbClr val="000000"/>
                </a:solidFill>
                <a:latin typeface="Cinzel Bold"/>
                <a:ea typeface="Cinzel Bold"/>
                <a:cs typeface="Cinzel Bold"/>
                <a:sym typeface="Cinzel Bold"/>
              </a:rPr>
              <a:t>Smart Matching &amp; Hair Profiles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564323" y="4945777"/>
            <a:ext cx="4066245" cy="617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Receive a personalized hair profile capturing your hair type, texture, and needs — matched with the ideal stylist and tailored product recommendations.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6194" r="0" b="-6619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109502" y="460120"/>
            <a:ext cx="3896785" cy="234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780"/>
              </a:lnSpc>
            </a:pPr>
            <a:r>
              <a:rPr lang="en-US" b="true" sz="1447" spc="123">
                <a:solidFill>
                  <a:srgbClr val="000000"/>
                </a:solidFill>
                <a:latin typeface="Libra Serif Modern Bold"/>
                <a:ea typeface="Libra Serif Modern Bold"/>
                <a:cs typeface="Libra Serif Modern Bold"/>
                <a:sym typeface="Libra Serif Modern Bold"/>
              </a:rPr>
              <a:t>FACIAMATCH HAIR SALON</a:t>
            </a:r>
          </a:p>
        </p:txBody>
      </p:sp>
      <p:sp>
        <p:nvSpPr>
          <p:cNvPr name="AutoShape 4" id="4"/>
          <p:cNvSpPr/>
          <p:nvPr/>
        </p:nvSpPr>
        <p:spPr>
          <a:xfrm>
            <a:off x="2871148" y="582068"/>
            <a:ext cx="455067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AutoShape 5" id="5"/>
          <p:cNvSpPr/>
          <p:nvPr/>
        </p:nvSpPr>
        <p:spPr>
          <a:xfrm>
            <a:off x="10866181" y="582068"/>
            <a:ext cx="455067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oval" len="lg" w="lg"/>
            <a:tailEnd type="oval" len="lg" w="lg"/>
          </a:ln>
        </p:spPr>
      </p: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10162198" y="1028700"/>
            <a:ext cx="7097102" cy="8229600"/>
            <a:chOff x="0" y="0"/>
            <a:chExt cx="7548118" cy="875258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648843" y="390652"/>
              <a:ext cx="6250432" cy="7971409"/>
            </a:xfrm>
            <a:custGeom>
              <a:avLst/>
              <a:gdLst/>
              <a:ahLst/>
              <a:cxnLst/>
              <a:rect r="r" b="b" t="t" l="l"/>
              <a:pathLst>
                <a:path h="7971409" w="6250432">
                  <a:moveTo>
                    <a:pt x="0" y="7971409"/>
                  </a:moveTo>
                  <a:lnTo>
                    <a:pt x="0" y="3197733"/>
                  </a:lnTo>
                  <a:cubicBezTo>
                    <a:pt x="11557" y="2327275"/>
                    <a:pt x="381254" y="1508125"/>
                    <a:pt x="1041019" y="891032"/>
                  </a:cubicBezTo>
                  <a:cubicBezTo>
                    <a:pt x="1637538" y="333121"/>
                    <a:pt x="2416556" y="0"/>
                    <a:pt x="3125216" y="0"/>
                  </a:cubicBezTo>
                  <a:cubicBezTo>
                    <a:pt x="3833876" y="0"/>
                    <a:pt x="4612894" y="333121"/>
                    <a:pt x="5209413" y="891032"/>
                  </a:cubicBezTo>
                  <a:cubicBezTo>
                    <a:pt x="5869178" y="1508252"/>
                    <a:pt x="6238875" y="2327275"/>
                    <a:pt x="6250432" y="3197733"/>
                  </a:cubicBezTo>
                  <a:lnTo>
                    <a:pt x="6250432" y="7971409"/>
                  </a:lnTo>
                  <a:lnTo>
                    <a:pt x="0" y="7971409"/>
                  </a:lnTo>
                  <a:close/>
                </a:path>
              </a:pathLst>
            </a:custGeom>
            <a:blipFill>
              <a:blip r:embed="rId3"/>
              <a:stretch>
                <a:fillRect l="0" t="-263" r="0" b="-263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20955" y="0"/>
              <a:ext cx="7506082" cy="8752332"/>
            </a:xfrm>
            <a:custGeom>
              <a:avLst/>
              <a:gdLst/>
              <a:ahLst/>
              <a:cxnLst/>
              <a:rect r="r" b="b" t="t" l="l"/>
              <a:pathLst>
                <a:path h="8752332" w="7506082">
                  <a:moveTo>
                    <a:pt x="5843778" y="1274572"/>
                  </a:moveTo>
                  <a:cubicBezTo>
                    <a:pt x="5245608" y="715010"/>
                    <a:pt x="4464050" y="381000"/>
                    <a:pt x="3753104" y="381000"/>
                  </a:cubicBezTo>
                  <a:cubicBezTo>
                    <a:pt x="3042158" y="381000"/>
                    <a:pt x="2260600" y="715010"/>
                    <a:pt x="1662430" y="1274572"/>
                  </a:cubicBezTo>
                  <a:cubicBezTo>
                    <a:pt x="1000887" y="1893570"/>
                    <a:pt x="630047" y="2715133"/>
                    <a:pt x="618363" y="3588385"/>
                  </a:cubicBezTo>
                  <a:lnTo>
                    <a:pt x="618363" y="8371586"/>
                  </a:lnTo>
                  <a:lnTo>
                    <a:pt x="6887845" y="8371586"/>
                  </a:lnTo>
                  <a:lnTo>
                    <a:pt x="6887845" y="3588258"/>
                  </a:lnTo>
                  <a:cubicBezTo>
                    <a:pt x="6876161" y="2715133"/>
                    <a:pt x="6505321" y="1893570"/>
                    <a:pt x="5843778" y="1274572"/>
                  </a:cubicBezTo>
                  <a:close/>
                  <a:moveTo>
                    <a:pt x="6868795" y="8352536"/>
                  </a:moveTo>
                  <a:lnTo>
                    <a:pt x="637413" y="8352536"/>
                  </a:lnTo>
                  <a:lnTo>
                    <a:pt x="637413" y="3588512"/>
                  </a:lnTo>
                  <a:cubicBezTo>
                    <a:pt x="648970" y="2720721"/>
                    <a:pt x="1017651" y="1903857"/>
                    <a:pt x="1675384" y="1288542"/>
                  </a:cubicBezTo>
                  <a:cubicBezTo>
                    <a:pt x="2270252" y="732155"/>
                    <a:pt x="3046857" y="400050"/>
                    <a:pt x="3753104" y="400050"/>
                  </a:cubicBezTo>
                  <a:cubicBezTo>
                    <a:pt x="4459351" y="400050"/>
                    <a:pt x="5235956" y="732155"/>
                    <a:pt x="5830697" y="1288542"/>
                  </a:cubicBezTo>
                  <a:cubicBezTo>
                    <a:pt x="6488430" y="1903857"/>
                    <a:pt x="6857111" y="2720594"/>
                    <a:pt x="6868668" y="3588385"/>
                  </a:cubicBezTo>
                  <a:lnTo>
                    <a:pt x="6868668" y="8352536"/>
                  </a:lnTo>
                  <a:close/>
                  <a:moveTo>
                    <a:pt x="7440676" y="3732784"/>
                  </a:moveTo>
                  <a:cubicBezTo>
                    <a:pt x="7404100" y="3717544"/>
                    <a:pt x="7371208" y="3695446"/>
                    <a:pt x="7343013" y="3667506"/>
                  </a:cubicBezTo>
                  <a:cubicBezTo>
                    <a:pt x="7314693" y="3639439"/>
                    <a:pt x="7292468" y="3606800"/>
                    <a:pt x="7276973" y="3570351"/>
                  </a:cubicBezTo>
                  <a:cubicBezTo>
                    <a:pt x="7273544" y="3562223"/>
                    <a:pt x="7270496" y="3554095"/>
                    <a:pt x="7267830" y="3545840"/>
                  </a:cubicBezTo>
                  <a:cubicBezTo>
                    <a:pt x="7244843" y="2582164"/>
                    <a:pt x="6832727" y="1678178"/>
                    <a:pt x="6104128" y="996569"/>
                  </a:cubicBezTo>
                  <a:cubicBezTo>
                    <a:pt x="5437124" y="372491"/>
                    <a:pt x="4558157" y="0"/>
                    <a:pt x="3753104" y="0"/>
                  </a:cubicBezTo>
                  <a:cubicBezTo>
                    <a:pt x="2948051" y="0"/>
                    <a:pt x="2069084" y="372491"/>
                    <a:pt x="1402207" y="996442"/>
                  </a:cubicBezTo>
                  <a:cubicBezTo>
                    <a:pt x="663448" y="1687449"/>
                    <a:pt x="249809" y="2607056"/>
                    <a:pt x="237490" y="3586226"/>
                  </a:cubicBezTo>
                  <a:lnTo>
                    <a:pt x="237490" y="6819900"/>
                  </a:lnTo>
                  <a:cubicBezTo>
                    <a:pt x="234569" y="6829298"/>
                    <a:pt x="231394" y="6838569"/>
                    <a:pt x="227584" y="6847586"/>
                  </a:cubicBezTo>
                  <a:cubicBezTo>
                    <a:pt x="212344" y="6884162"/>
                    <a:pt x="190246" y="6917055"/>
                    <a:pt x="162306" y="6945249"/>
                  </a:cubicBezTo>
                  <a:cubicBezTo>
                    <a:pt x="134239" y="6973570"/>
                    <a:pt x="101600" y="6995795"/>
                    <a:pt x="65151" y="7011289"/>
                  </a:cubicBezTo>
                  <a:cubicBezTo>
                    <a:pt x="44069" y="7020306"/>
                    <a:pt x="22352" y="7026783"/>
                    <a:pt x="0" y="7030847"/>
                  </a:cubicBezTo>
                  <a:cubicBezTo>
                    <a:pt x="22352" y="7034784"/>
                    <a:pt x="44196" y="7041134"/>
                    <a:pt x="65278" y="7049897"/>
                  </a:cubicBezTo>
                  <a:cubicBezTo>
                    <a:pt x="101854" y="7065137"/>
                    <a:pt x="134747" y="7087235"/>
                    <a:pt x="162941" y="7115175"/>
                  </a:cubicBezTo>
                  <a:cubicBezTo>
                    <a:pt x="191262" y="7143242"/>
                    <a:pt x="213487" y="7175881"/>
                    <a:pt x="228981" y="7212330"/>
                  </a:cubicBezTo>
                  <a:cubicBezTo>
                    <a:pt x="232156" y="7219824"/>
                    <a:pt x="234950" y="7227443"/>
                    <a:pt x="237490" y="7235063"/>
                  </a:cubicBezTo>
                  <a:lnTo>
                    <a:pt x="237490" y="8709787"/>
                  </a:lnTo>
                  <a:cubicBezTo>
                    <a:pt x="237490" y="8733282"/>
                    <a:pt x="256540" y="8752332"/>
                    <a:pt x="280035" y="8752332"/>
                  </a:cubicBezTo>
                  <a:lnTo>
                    <a:pt x="7226427" y="8752332"/>
                  </a:lnTo>
                  <a:cubicBezTo>
                    <a:pt x="7249922" y="8752332"/>
                    <a:pt x="7268972" y="8733282"/>
                    <a:pt x="7268972" y="8709787"/>
                  </a:cubicBezTo>
                  <a:lnTo>
                    <a:pt x="7268972" y="3961765"/>
                  </a:lnTo>
                  <a:cubicBezTo>
                    <a:pt x="7271766" y="3952875"/>
                    <a:pt x="7274941" y="3943985"/>
                    <a:pt x="7278497" y="3935349"/>
                  </a:cubicBezTo>
                  <a:cubicBezTo>
                    <a:pt x="7293737" y="3898773"/>
                    <a:pt x="7315835" y="3865880"/>
                    <a:pt x="7343775" y="3837686"/>
                  </a:cubicBezTo>
                  <a:cubicBezTo>
                    <a:pt x="7371843" y="3809365"/>
                    <a:pt x="7404482" y="3787140"/>
                    <a:pt x="7440931" y="3771646"/>
                  </a:cubicBezTo>
                  <a:cubicBezTo>
                    <a:pt x="7462012" y="3762629"/>
                    <a:pt x="7483730" y="3756152"/>
                    <a:pt x="7506082" y="3752088"/>
                  </a:cubicBezTo>
                  <a:cubicBezTo>
                    <a:pt x="7483602" y="3748024"/>
                    <a:pt x="7461758" y="3741547"/>
                    <a:pt x="7440676" y="3732784"/>
                  </a:cubicBezTo>
                  <a:close/>
                  <a:moveTo>
                    <a:pt x="7249795" y="8710041"/>
                  </a:moveTo>
                  <a:cubicBezTo>
                    <a:pt x="7249795" y="8722995"/>
                    <a:pt x="7239254" y="8733536"/>
                    <a:pt x="7226300" y="8733536"/>
                  </a:cubicBezTo>
                  <a:lnTo>
                    <a:pt x="279908" y="8733536"/>
                  </a:lnTo>
                  <a:cubicBezTo>
                    <a:pt x="266954" y="8733536"/>
                    <a:pt x="256413" y="8722995"/>
                    <a:pt x="256413" y="8710041"/>
                  </a:cubicBezTo>
                  <a:lnTo>
                    <a:pt x="256413" y="7243699"/>
                  </a:lnTo>
                  <a:cubicBezTo>
                    <a:pt x="259588" y="7233158"/>
                    <a:pt x="263271" y="7222744"/>
                    <a:pt x="267462" y="7212457"/>
                  </a:cubicBezTo>
                  <a:cubicBezTo>
                    <a:pt x="282702" y="7175881"/>
                    <a:pt x="304800" y="7142988"/>
                    <a:pt x="332740" y="7114794"/>
                  </a:cubicBezTo>
                  <a:cubicBezTo>
                    <a:pt x="360807" y="7086473"/>
                    <a:pt x="393446" y="7064248"/>
                    <a:pt x="429895" y="7048753"/>
                  </a:cubicBezTo>
                  <a:cubicBezTo>
                    <a:pt x="450977" y="7039736"/>
                    <a:pt x="472694" y="7033260"/>
                    <a:pt x="495046" y="7029196"/>
                  </a:cubicBezTo>
                  <a:cubicBezTo>
                    <a:pt x="472694" y="7025259"/>
                    <a:pt x="450850" y="7018909"/>
                    <a:pt x="429768" y="7010146"/>
                  </a:cubicBezTo>
                  <a:cubicBezTo>
                    <a:pt x="393192" y="6994906"/>
                    <a:pt x="360299" y="6972808"/>
                    <a:pt x="332105" y="6944868"/>
                  </a:cubicBezTo>
                  <a:cubicBezTo>
                    <a:pt x="303784" y="6916800"/>
                    <a:pt x="281559" y="6884161"/>
                    <a:pt x="266065" y="6847712"/>
                  </a:cubicBezTo>
                  <a:cubicBezTo>
                    <a:pt x="262382" y="6839076"/>
                    <a:pt x="259207" y="6830440"/>
                    <a:pt x="256413" y="6821550"/>
                  </a:cubicBezTo>
                  <a:lnTo>
                    <a:pt x="256413" y="3585972"/>
                  </a:lnTo>
                  <a:cubicBezTo>
                    <a:pt x="268732" y="2612517"/>
                    <a:pt x="680212" y="1697863"/>
                    <a:pt x="1415161" y="1010285"/>
                  </a:cubicBezTo>
                  <a:cubicBezTo>
                    <a:pt x="2078736" y="389636"/>
                    <a:pt x="2952750" y="19050"/>
                    <a:pt x="3753104" y="19050"/>
                  </a:cubicBezTo>
                  <a:cubicBezTo>
                    <a:pt x="4553458" y="19050"/>
                    <a:pt x="5427472" y="389636"/>
                    <a:pt x="6091047" y="1010285"/>
                  </a:cubicBezTo>
                  <a:cubicBezTo>
                    <a:pt x="6814693" y="1687195"/>
                    <a:pt x="7224395" y="2584450"/>
                    <a:pt x="7248652" y="3541395"/>
                  </a:cubicBezTo>
                  <a:cubicBezTo>
                    <a:pt x="7245732" y="3551174"/>
                    <a:pt x="7242302" y="3560826"/>
                    <a:pt x="7238238" y="3570351"/>
                  </a:cubicBezTo>
                  <a:cubicBezTo>
                    <a:pt x="7222998" y="3606927"/>
                    <a:pt x="7200900" y="3639820"/>
                    <a:pt x="7172960" y="3668014"/>
                  </a:cubicBezTo>
                  <a:cubicBezTo>
                    <a:pt x="7145020" y="3696208"/>
                    <a:pt x="7112254" y="3718560"/>
                    <a:pt x="7075805" y="3734054"/>
                  </a:cubicBezTo>
                  <a:cubicBezTo>
                    <a:pt x="7054723" y="3743071"/>
                    <a:pt x="7033006" y="3749548"/>
                    <a:pt x="7010654" y="3753612"/>
                  </a:cubicBezTo>
                  <a:cubicBezTo>
                    <a:pt x="7033006" y="3757549"/>
                    <a:pt x="7054850" y="3763899"/>
                    <a:pt x="7075932" y="3772662"/>
                  </a:cubicBezTo>
                  <a:cubicBezTo>
                    <a:pt x="7112508" y="3787903"/>
                    <a:pt x="7145401" y="3810000"/>
                    <a:pt x="7173595" y="3837941"/>
                  </a:cubicBezTo>
                  <a:cubicBezTo>
                    <a:pt x="7201916" y="3866007"/>
                    <a:pt x="7224141" y="3898647"/>
                    <a:pt x="7239635" y="3935095"/>
                  </a:cubicBezTo>
                  <a:cubicBezTo>
                    <a:pt x="7243445" y="3944112"/>
                    <a:pt x="7246747" y="3953256"/>
                    <a:pt x="7249668" y="3962400"/>
                  </a:cubicBezTo>
                  <a:lnTo>
                    <a:pt x="7249795" y="8710041"/>
                  </a:lnTo>
                  <a:lnTo>
                    <a:pt x="7249795" y="8710041"/>
                  </a:lnTo>
                  <a:close/>
                </a:path>
              </a:pathLst>
            </a:custGeom>
            <a:solidFill>
              <a:srgbClr val="4E3B2D"/>
            </a:solidFill>
          </p:spPr>
        </p:sp>
      </p:grpSp>
      <p:sp>
        <p:nvSpPr>
          <p:cNvPr name="AutoShape 9" id="9"/>
          <p:cNvSpPr/>
          <p:nvPr/>
        </p:nvSpPr>
        <p:spPr>
          <a:xfrm>
            <a:off x="1028700" y="4177117"/>
            <a:ext cx="9393964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435096" y="3610225"/>
            <a:ext cx="1187208" cy="1133784"/>
          </a:xfrm>
          <a:custGeom>
            <a:avLst/>
            <a:gdLst/>
            <a:ahLst/>
            <a:cxnLst/>
            <a:rect r="r" b="b" t="t" l="l"/>
            <a:pathLst>
              <a:path h="1133784" w="1187208">
                <a:moveTo>
                  <a:pt x="0" y="0"/>
                </a:moveTo>
                <a:lnTo>
                  <a:pt x="1187208" y="0"/>
                </a:lnTo>
                <a:lnTo>
                  <a:pt x="1187208" y="1133784"/>
                </a:lnTo>
                <a:lnTo>
                  <a:pt x="0" y="11337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1" id="11"/>
          <p:cNvSpPr/>
          <p:nvPr/>
        </p:nvSpPr>
        <p:spPr>
          <a:xfrm flipV="true">
            <a:off x="2546748" y="3743701"/>
            <a:ext cx="0" cy="6543299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2324515" y="2865151"/>
            <a:ext cx="7206421" cy="1640273"/>
            <a:chOff x="0" y="0"/>
            <a:chExt cx="1897987" cy="43200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897987" cy="432006"/>
            </a:xfrm>
            <a:custGeom>
              <a:avLst/>
              <a:gdLst/>
              <a:ahLst/>
              <a:cxnLst/>
              <a:rect r="r" b="b" t="t" l="l"/>
              <a:pathLst>
                <a:path h="432006" w="1897987">
                  <a:moveTo>
                    <a:pt x="1694787" y="0"/>
                  </a:moveTo>
                  <a:cubicBezTo>
                    <a:pt x="1807012" y="0"/>
                    <a:pt x="1897987" y="96708"/>
                    <a:pt x="1897987" y="216003"/>
                  </a:cubicBezTo>
                  <a:cubicBezTo>
                    <a:pt x="1897987" y="335298"/>
                    <a:pt x="1807012" y="432006"/>
                    <a:pt x="1694787" y="432006"/>
                  </a:cubicBezTo>
                  <a:lnTo>
                    <a:pt x="203200" y="432006"/>
                  </a:lnTo>
                  <a:cubicBezTo>
                    <a:pt x="90976" y="432006"/>
                    <a:pt x="0" y="335298"/>
                    <a:pt x="0" y="216003"/>
                  </a:cubicBezTo>
                  <a:cubicBezTo>
                    <a:pt x="0" y="9670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7E6958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897987" cy="4701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2039373" y="5569087"/>
            <a:ext cx="1014751" cy="1014751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8C3B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2039373" y="7755413"/>
            <a:ext cx="1014751" cy="1014751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E3B2D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5178278" y="1636042"/>
            <a:ext cx="3467047" cy="1163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010"/>
              </a:lnSpc>
            </a:pPr>
            <a:r>
              <a:rPr lang="en-US" sz="7903" i="true">
                <a:solidFill>
                  <a:srgbClr val="000000"/>
                </a:solidFill>
                <a:latin typeface="IM Fell Italics"/>
                <a:ea typeface="IM Fell Italics"/>
                <a:cs typeface="IM Fell Italics"/>
                <a:sym typeface="IM Fell Italics"/>
              </a:rPr>
              <a:t>Customer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475436" y="3513955"/>
            <a:ext cx="4925415" cy="906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330"/>
              </a:lnSpc>
            </a:pPr>
            <a:r>
              <a:rPr lang="en-US" sz="10660">
                <a:solidFill>
                  <a:srgbClr val="000000"/>
                </a:solidFill>
                <a:latin typeface="IM Fell"/>
                <a:ea typeface="IM Fell"/>
                <a:cs typeface="IM Fell"/>
                <a:sym typeface="IM Fell"/>
              </a:rPr>
              <a:t>Journey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722536" y="5653553"/>
            <a:ext cx="4922789" cy="826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Browse salons, choose your preferred stylist, and book your appointment online at your convenience. Arrive at the salon and complete a full head and scalp scan for a detailed hair and scalp analysis.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722536" y="7839879"/>
            <a:ext cx="4922789" cy="826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Receive your personalized hair profile and get matched with the ideal stylist. Enjoy a tailored service, get hairstyle and product recommendations, and have your history saved for optimized future visits.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082854" y="5885419"/>
            <a:ext cx="927788" cy="363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23"/>
              </a:lnSpc>
            </a:pPr>
            <a:r>
              <a:rPr lang="en-US" b="true" sz="2214" spc="188">
                <a:solidFill>
                  <a:srgbClr val="000000"/>
                </a:solidFill>
                <a:latin typeface="Libra Serif Modern Bold"/>
                <a:ea typeface="Libra Serif Modern Bold"/>
                <a:cs typeface="Libra Serif Modern Bold"/>
                <a:sym typeface="Libra Serif Modern Bold"/>
              </a:rPr>
              <a:t>01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082854" y="8076507"/>
            <a:ext cx="927788" cy="353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23"/>
              </a:lnSpc>
            </a:pPr>
            <a:r>
              <a:rPr lang="en-US" sz="2214" spc="188">
                <a:solidFill>
                  <a:srgbClr val="FFFFFF"/>
                </a:solidFill>
                <a:latin typeface="Libra Serif Modern"/>
                <a:ea typeface="Libra Serif Modern"/>
                <a:cs typeface="Libra Serif Modern"/>
                <a:sym typeface="Libra Serif Modern"/>
              </a:rPr>
              <a:t>02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6194" r="0" b="-6619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617091" y="2451788"/>
            <a:ext cx="8642209" cy="6773174"/>
            <a:chOff x="0" y="0"/>
            <a:chExt cx="2276137" cy="178388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76137" cy="1783881"/>
            </a:xfrm>
            <a:custGeom>
              <a:avLst/>
              <a:gdLst/>
              <a:ahLst/>
              <a:cxnLst/>
              <a:rect r="r" b="b" t="t" l="l"/>
              <a:pathLst>
                <a:path h="1783881" w="2276137">
                  <a:moveTo>
                    <a:pt x="51062" y="0"/>
                  </a:moveTo>
                  <a:lnTo>
                    <a:pt x="2225075" y="0"/>
                  </a:lnTo>
                  <a:cubicBezTo>
                    <a:pt x="2238618" y="0"/>
                    <a:pt x="2251606" y="5380"/>
                    <a:pt x="2261182" y="14956"/>
                  </a:cubicBezTo>
                  <a:cubicBezTo>
                    <a:pt x="2270758" y="24532"/>
                    <a:pt x="2276137" y="37520"/>
                    <a:pt x="2276137" y="51062"/>
                  </a:cubicBezTo>
                  <a:lnTo>
                    <a:pt x="2276137" y="1732819"/>
                  </a:lnTo>
                  <a:cubicBezTo>
                    <a:pt x="2276137" y="1746362"/>
                    <a:pt x="2270758" y="1759350"/>
                    <a:pt x="2261182" y="1768926"/>
                  </a:cubicBezTo>
                  <a:cubicBezTo>
                    <a:pt x="2251606" y="1778502"/>
                    <a:pt x="2238618" y="1783881"/>
                    <a:pt x="2225075" y="1783881"/>
                  </a:cubicBezTo>
                  <a:lnTo>
                    <a:pt x="51062" y="1783881"/>
                  </a:lnTo>
                  <a:cubicBezTo>
                    <a:pt x="37520" y="1783881"/>
                    <a:pt x="24532" y="1778502"/>
                    <a:pt x="14956" y="1768926"/>
                  </a:cubicBezTo>
                  <a:cubicBezTo>
                    <a:pt x="5380" y="1759350"/>
                    <a:pt x="0" y="1746362"/>
                    <a:pt x="0" y="1732819"/>
                  </a:cubicBezTo>
                  <a:lnTo>
                    <a:pt x="0" y="51062"/>
                  </a:lnTo>
                  <a:cubicBezTo>
                    <a:pt x="0" y="37520"/>
                    <a:pt x="5380" y="24532"/>
                    <a:pt x="14956" y="14956"/>
                  </a:cubicBezTo>
                  <a:cubicBezTo>
                    <a:pt x="24532" y="5380"/>
                    <a:pt x="37520" y="0"/>
                    <a:pt x="51062" y="0"/>
                  </a:cubicBezTo>
                  <a:close/>
                </a:path>
              </a:pathLst>
            </a:custGeom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276137" cy="18219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6163176" y="446758"/>
            <a:ext cx="5961648" cy="251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809"/>
              </a:lnSpc>
            </a:pPr>
            <a:r>
              <a:rPr lang="en-US" b="true" sz="1470" spc="125">
                <a:solidFill>
                  <a:srgbClr val="000000"/>
                </a:solidFill>
                <a:latin typeface="Libra Serif Modern Bold"/>
                <a:ea typeface="Libra Serif Modern Bold"/>
                <a:cs typeface="Libra Serif Modern Bold"/>
                <a:sym typeface="Libra Serif Modern Bold"/>
              </a:rPr>
              <a:t>FACIAMATCH HAIR SALON</a:t>
            </a:r>
          </a:p>
        </p:txBody>
      </p:sp>
      <p:sp>
        <p:nvSpPr>
          <p:cNvPr name="AutoShape 7" id="7"/>
          <p:cNvSpPr/>
          <p:nvPr/>
        </p:nvSpPr>
        <p:spPr>
          <a:xfrm>
            <a:off x="2871148" y="582068"/>
            <a:ext cx="455067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AutoShape 8" id="8"/>
          <p:cNvSpPr/>
          <p:nvPr/>
        </p:nvSpPr>
        <p:spPr>
          <a:xfrm>
            <a:off x="10866181" y="582068"/>
            <a:ext cx="455067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oval" len="lg" w="lg"/>
            <a:tailEnd type="oval" len="lg" w="lg"/>
          </a:ln>
        </p:spPr>
      </p:sp>
      <p:grpSp>
        <p:nvGrpSpPr>
          <p:cNvPr name="Group 9" id="9"/>
          <p:cNvGrpSpPr/>
          <p:nvPr/>
        </p:nvGrpSpPr>
        <p:grpSpPr>
          <a:xfrm rot="0">
            <a:off x="8128046" y="1929203"/>
            <a:ext cx="8046035" cy="3324015"/>
            <a:chOff x="0" y="0"/>
            <a:chExt cx="2119120" cy="87546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19120" cy="875461"/>
            </a:xfrm>
            <a:custGeom>
              <a:avLst/>
              <a:gdLst/>
              <a:ahLst/>
              <a:cxnLst/>
              <a:rect r="r" b="b" t="t" l="l"/>
              <a:pathLst>
                <a:path h="875461" w="2119120">
                  <a:moveTo>
                    <a:pt x="0" y="0"/>
                  </a:moveTo>
                  <a:lnTo>
                    <a:pt x="2119120" y="0"/>
                  </a:lnTo>
                  <a:lnTo>
                    <a:pt x="2119120" y="875461"/>
                  </a:lnTo>
                  <a:lnTo>
                    <a:pt x="0" y="875461"/>
                  </a:lnTo>
                  <a:close/>
                </a:path>
              </a:pathLst>
            </a:custGeom>
            <a:solidFill>
              <a:srgbClr val="FCFBF9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119120" cy="9135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>
            <a:grpSpLocks noChangeAspect="true"/>
          </p:cNvGrpSpPr>
          <p:nvPr/>
        </p:nvGrpSpPr>
        <p:grpSpPr>
          <a:xfrm rot="0">
            <a:off x="11362237" y="1172297"/>
            <a:ext cx="4214783" cy="6296168"/>
            <a:chOff x="0" y="0"/>
            <a:chExt cx="5969000" cy="891667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6671" y="6350"/>
              <a:ext cx="5955577" cy="8903970"/>
            </a:xfrm>
            <a:custGeom>
              <a:avLst/>
              <a:gdLst/>
              <a:ahLst/>
              <a:cxnLst/>
              <a:rect r="r" b="b" t="t" l="l"/>
              <a:pathLst>
                <a:path h="8903970" w="5955577">
                  <a:moveTo>
                    <a:pt x="2981766" y="8903970"/>
                  </a:moveTo>
                  <a:lnTo>
                    <a:pt x="2974019" y="8903970"/>
                  </a:lnTo>
                  <a:cubicBezTo>
                    <a:pt x="2239832" y="8903970"/>
                    <a:pt x="1531680" y="8630412"/>
                    <a:pt x="980246" y="8133714"/>
                  </a:cubicBezTo>
                  <a:cubicBezTo>
                    <a:pt x="413699" y="7623429"/>
                    <a:pt x="70037" y="6921881"/>
                    <a:pt x="12633" y="6158230"/>
                  </a:cubicBezTo>
                  <a:lnTo>
                    <a:pt x="9966" y="6121781"/>
                  </a:lnTo>
                  <a:cubicBezTo>
                    <a:pt x="-2480" y="5781802"/>
                    <a:pt x="-6544" y="2921762"/>
                    <a:pt x="17332" y="2678811"/>
                  </a:cubicBezTo>
                  <a:cubicBezTo>
                    <a:pt x="90103" y="1941195"/>
                    <a:pt x="433257" y="1261618"/>
                    <a:pt x="983548" y="765302"/>
                  </a:cubicBezTo>
                  <a:cubicBezTo>
                    <a:pt x="1530664" y="271780"/>
                    <a:pt x="2235895" y="0"/>
                    <a:pt x="2969193" y="0"/>
                  </a:cubicBezTo>
                  <a:lnTo>
                    <a:pt x="2986338" y="0"/>
                  </a:lnTo>
                  <a:cubicBezTo>
                    <a:pt x="3719636" y="0"/>
                    <a:pt x="4424867" y="271780"/>
                    <a:pt x="4971983" y="765302"/>
                  </a:cubicBezTo>
                  <a:cubicBezTo>
                    <a:pt x="5522401" y="1261745"/>
                    <a:pt x="5865428" y="1941195"/>
                    <a:pt x="5938199" y="2678684"/>
                  </a:cubicBezTo>
                  <a:cubicBezTo>
                    <a:pt x="5962203" y="2921762"/>
                    <a:pt x="5958011" y="5782310"/>
                    <a:pt x="5945565" y="6122289"/>
                  </a:cubicBezTo>
                  <a:lnTo>
                    <a:pt x="5945438" y="6125083"/>
                  </a:lnTo>
                  <a:lnTo>
                    <a:pt x="5942898" y="6158230"/>
                  </a:lnTo>
                  <a:cubicBezTo>
                    <a:pt x="5885494" y="6921881"/>
                    <a:pt x="5541832" y="7623429"/>
                    <a:pt x="4975285" y="8133715"/>
                  </a:cubicBezTo>
                  <a:cubicBezTo>
                    <a:pt x="4423978" y="8630412"/>
                    <a:pt x="3715953" y="8903970"/>
                    <a:pt x="2981766" y="8903970"/>
                  </a:cubicBezTo>
                  <a:close/>
                  <a:moveTo>
                    <a:pt x="2969193" y="19050"/>
                  </a:moveTo>
                  <a:cubicBezTo>
                    <a:pt x="2240594" y="19050"/>
                    <a:pt x="1539935" y="289052"/>
                    <a:pt x="996248" y="779399"/>
                  </a:cubicBezTo>
                  <a:cubicBezTo>
                    <a:pt x="449386" y="1272540"/>
                    <a:pt x="108518" y="1947799"/>
                    <a:pt x="36382" y="2680589"/>
                  </a:cubicBezTo>
                  <a:cubicBezTo>
                    <a:pt x="12506" y="2923286"/>
                    <a:pt x="16697" y="5781167"/>
                    <a:pt x="29016" y="6121019"/>
                  </a:cubicBezTo>
                  <a:lnTo>
                    <a:pt x="29143" y="6123686"/>
                  </a:lnTo>
                  <a:lnTo>
                    <a:pt x="31683" y="6156706"/>
                  </a:lnTo>
                  <a:cubicBezTo>
                    <a:pt x="88706" y="6915403"/>
                    <a:pt x="430082" y="7612507"/>
                    <a:pt x="993073" y="8119490"/>
                  </a:cubicBezTo>
                  <a:cubicBezTo>
                    <a:pt x="1541078" y="8613012"/>
                    <a:pt x="2244658" y="8884793"/>
                    <a:pt x="2974146" y="8884793"/>
                  </a:cubicBezTo>
                  <a:lnTo>
                    <a:pt x="2981893" y="8884793"/>
                  </a:lnTo>
                  <a:cubicBezTo>
                    <a:pt x="3711381" y="8884793"/>
                    <a:pt x="4414834" y="8613012"/>
                    <a:pt x="4962839" y="8119490"/>
                  </a:cubicBezTo>
                  <a:cubicBezTo>
                    <a:pt x="5525830" y="7612507"/>
                    <a:pt x="5867206" y="6915403"/>
                    <a:pt x="5924229" y="6156706"/>
                  </a:cubicBezTo>
                  <a:lnTo>
                    <a:pt x="5926769" y="6121527"/>
                  </a:lnTo>
                  <a:cubicBezTo>
                    <a:pt x="5939088" y="5781675"/>
                    <a:pt x="5943406" y="2923159"/>
                    <a:pt x="5919403" y="2680462"/>
                  </a:cubicBezTo>
                  <a:cubicBezTo>
                    <a:pt x="5847140" y="1947672"/>
                    <a:pt x="5506272" y="1272540"/>
                    <a:pt x="4959410" y="779272"/>
                  </a:cubicBezTo>
                  <a:cubicBezTo>
                    <a:pt x="4415596" y="289052"/>
                    <a:pt x="3714937" y="19050"/>
                    <a:pt x="2986338" y="19050"/>
                  </a:cubicBezTo>
                  <a:lnTo>
                    <a:pt x="2969193" y="19050"/>
                  </a:lnTo>
                  <a:close/>
                </a:path>
              </a:pathLst>
            </a:custGeom>
            <a:solidFill>
              <a:srgbClr val="877760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155625" y="155701"/>
              <a:ext cx="5657606" cy="8605520"/>
            </a:xfrm>
            <a:custGeom>
              <a:avLst/>
              <a:gdLst/>
              <a:ahLst/>
              <a:cxnLst/>
              <a:rect r="r" b="b" t="t" l="l"/>
              <a:pathLst>
                <a:path h="8605520" w="5657606">
                  <a:moveTo>
                    <a:pt x="2825065" y="8605394"/>
                  </a:moveTo>
                  <a:cubicBezTo>
                    <a:pt x="2127835" y="8605394"/>
                    <a:pt x="1455243" y="8345425"/>
                    <a:pt x="931114" y="7873493"/>
                  </a:cubicBezTo>
                  <a:cubicBezTo>
                    <a:pt x="393142" y="7388987"/>
                    <a:pt x="66879" y="6722873"/>
                    <a:pt x="12396" y="5997702"/>
                  </a:cubicBezTo>
                  <a:lnTo>
                    <a:pt x="10110" y="5966968"/>
                  </a:lnTo>
                  <a:cubicBezTo>
                    <a:pt x="-2209" y="5629021"/>
                    <a:pt x="-6781" y="2784729"/>
                    <a:pt x="16968" y="2544064"/>
                  </a:cubicBezTo>
                  <a:cubicBezTo>
                    <a:pt x="85929" y="1843532"/>
                    <a:pt x="411811" y="1198245"/>
                    <a:pt x="934543" y="726821"/>
                  </a:cubicBezTo>
                  <a:cubicBezTo>
                    <a:pt x="1454227" y="258064"/>
                    <a:pt x="2123898" y="0"/>
                    <a:pt x="2820239" y="0"/>
                  </a:cubicBezTo>
                  <a:lnTo>
                    <a:pt x="2837384" y="0"/>
                  </a:lnTo>
                  <a:cubicBezTo>
                    <a:pt x="3533725" y="0"/>
                    <a:pt x="4203396" y="258191"/>
                    <a:pt x="4723080" y="726949"/>
                  </a:cubicBezTo>
                  <a:cubicBezTo>
                    <a:pt x="5245812" y="1198373"/>
                    <a:pt x="5571694" y="1843787"/>
                    <a:pt x="5640655" y="2544192"/>
                  </a:cubicBezTo>
                  <a:cubicBezTo>
                    <a:pt x="5664404" y="2784857"/>
                    <a:pt x="5659832" y="5629149"/>
                    <a:pt x="5647386" y="5967731"/>
                  </a:cubicBezTo>
                  <a:lnTo>
                    <a:pt x="5645100" y="5997830"/>
                  </a:lnTo>
                  <a:cubicBezTo>
                    <a:pt x="5590617" y="6722999"/>
                    <a:pt x="5264354" y="7389242"/>
                    <a:pt x="4726382" y="7873747"/>
                  </a:cubicBezTo>
                  <a:cubicBezTo>
                    <a:pt x="4202380" y="8345679"/>
                    <a:pt x="3529788" y="8605521"/>
                    <a:pt x="2832558" y="8605521"/>
                  </a:cubicBezTo>
                  <a:lnTo>
                    <a:pt x="2825065" y="8605521"/>
                  </a:lnTo>
                  <a:close/>
                </a:path>
              </a:pathLst>
            </a:custGeom>
            <a:blipFill>
              <a:blip r:embed="rId3"/>
              <a:stretch>
                <a:fillRect l="-4" t="0" r="-4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8418404" y="6183859"/>
            <a:ext cx="6030633" cy="3074441"/>
            <a:chOff x="0" y="0"/>
            <a:chExt cx="647700" cy="3302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47700" cy="330200"/>
            </a:xfrm>
            <a:custGeom>
              <a:avLst/>
              <a:gdLst/>
              <a:ahLst/>
              <a:cxnLst/>
              <a:rect r="r" b="b" t="t" l="l"/>
              <a:pathLst>
                <a:path h="330200" w="647700">
                  <a:moveTo>
                    <a:pt x="647700" y="330200"/>
                  </a:moveTo>
                  <a:cubicBezTo>
                    <a:pt x="647700" y="150345"/>
                    <a:pt x="500247" y="0"/>
                    <a:pt x="323850" y="0"/>
                  </a:cubicBezTo>
                  <a:cubicBezTo>
                    <a:pt x="147453" y="0"/>
                    <a:pt x="0" y="150345"/>
                    <a:pt x="0" y="330200"/>
                  </a:cubicBezTo>
                  <a:lnTo>
                    <a:pt x="647700" y="330200"/>
                  </a:lnTo>
                  <a:close/>
                </a:path>
              </a:pathLst>
            </a:custGeom>
            <a:solidFill>
              <a:srgbClr val="4E3B2D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152400" y="12700"/>
              <a:ext cx="342900" cy="317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AutoShape 18" id="18"/>
          <p:cNvSpPr/>
          <p:nvPr/>
        </p:nvSpPr>
        <p:spPr>
          <a:xfrm>
            <a:off x="1047006" y="9224963"/>
            <a:ext cx="6001689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9" id="19"/>
          <p:cNvGrpSpPr>
            <a:grpSpLocks noChangeAspect="true"/>
          </p:cNvGrpSpPr>
          <p:nvPr/>
        </p:nvGrpSpPr>
        <p:grpSpPr>
          <a:xfrm rot="0">
            <a:off x="6311012" y="4134429"/>
            <a:ext cx="4214783" cy="6296168"/>
            <a:chOff x="0" y="0"/>
            <a:chExt cx="5969000" cy="891667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6671" y="6350"/>
              <a:ext cx="5955577" cy="8903970"/>
            </a:xfrm>
            <a:custGeom>
              <a:avLst/>
              <a:gdLst/>
              <a:ahLst/>
              <a:cxnLst/>
              <a:rect r="r" b="b" t="t" l="l"/>
              <a:pathLst>
                <a:path h="8903970" w="5955577">
                  <a:moveTo>
                    <a:pt x="2981766" y="8903970"/>
                  </a:moveTo>
                  <a:lnTo>
                    <a:pt x="2974019" y="8903970"/>
                  </a:lnTo>
                  <a:cubicBezTo>
                    <a:pt x="2239832" y="8903970"/>
                    <a:pt x="1531680" y="8630412"/>
                    <a:pt x="980246" y="8133714"/>
                  </a:cubicBezTo>
                  <a:cubicBezTo>
                    <a:pt x="413699" y="7623429"/>
                    <a:pt x="70037" y="6921881"/>
                    <a:pt x="12633" y="6158230"/>
                  </a:cubicBezTo>
                  <a:lnTo>
                    <a:pt x="9966" y="6121781"/>
                  </a:lnTo>
                  <a:cubicBezTo>
                    <a:pt x="-2480" y="5781802"/>
                    <a:pt x="-6544" y="2921762"/>
                    <a:pt x="17332" y="2678811"/>
                  </a:cubicBezTo>
                  <a:cubicBezTo>
                    <a:pt x="90103" y="1941195"/>
                    <a:pt x="433257" y="1261618"/>
                    <a:pt x="983548" y="765302"/>
                  </a:cubicBezTo>
                  <a:cubicBezTo>
                    <a:pt x="1530664" y="271780"/>
                    <a:pt x="2235895" y="0"/>
                    <a:pt x="2969193" y="0"/>
                  </a:cubicBezTo>
                  <a:lnTo>
                    <a:pt x="2986338" y="0"/>
                  </a:lnTo>
                  <a:cubicBezTo>
                    <a:pt x="3719636" y="0"/>
                    <a:pt x="4424867" y="271780"/>
                    <a:pt x="4971983" y="765302"/>
                  </a:cubicBezTo>
                  <a:cubicBezTo>
                    <a:pt x="5522401" y="1261745"/>
                    <a:pt x="5865428" y="1941195"/>
                    <a:pt x="5938199" y="2678684"/>
                  </a:cubicBezTo>
                  <a:cubicBezTo>
                    <a:pt x="5962203" y="2921762"/>
                    <a:pt x="5958011" y="5782310"/>
                    <a:pt x="5945565" y="6122289"/>
                  </a:cubicBezTo>
                  <a:lnTo>
                    <a:pt x="5945438" y="6125083"/>
                  </a:lnTo>
                  <a:lnTo>
                    <a:pt x="5942898" y="6158230"/>
                  </a:lnTo>
                  <a:cubicBezTo>
                    <a:pt x="5885494" y="6921881"/>
                    <a:pt x="5541832" y="7623429"/>
                    <a:pt x="4975285" y="8133715"/>
                  </a:cubicBezTo>
                  <a:cubicBezTo>
                    <a:pt x="4423978" y="8630412"/>
                    <a:pt x="3715953" y="8903970"/>
                    <a:pt x="2981766" y="8903970"/>
                  </a:cubicBezTo>
                  <a:close/>
                  <a:moveTo>
                    <a:pt x="2969193" y="19050"/>
                  </a:moveTo>
                  <a:cubicBezTo>
                    <a:pt x="2240594" y="19050"/>
                    <a:pt x="1539935" y="289052"/>
                    <a:pt x="996248" y="779399"/>
                  </a:cubicBezTo>
                  <a:cubicBezTo>
                    <a:pt x="449386" y="1272540"/>
                    <a:pt x="108518" y="1947799"/>
                    <a:pt x="36382" y="2680589"/>
                  </a:cubicBezTo>
                  <a:cubicBezTo>
                    <a:pt x="12506" y="2923286"/>
                    <a:pt x="16697" y="5781167"/>
                    <a:pt x="29016" y="6121019"/>
                  </a:cubicBezTo>
                  <a:lnTo>
                    <a:pt x="29143" y="6123686"/>
                  </a:lnTo>
                  <a:lnTo>
                    <a:pt x="31683" y="6156706"/>
                  </a:lnTo>
                  <a:cubicBezTo>
                    <a:pt x="88706" y="6915403"/>
                    <a:pt x="430082" y="7612507"/>
                    <a:pt x="993073" y="8119490"/>
                  </a:cubicBezTo>
                  <a:cubicBezTo>
                    <a:pt x="1541078" y="8613012"/>
                    <a:pt x="2244658" y="8884793"/>
                    <a:pt x="2974146" y="8884793"/>
                  </a:cubicBezTo>
                  <a:lnTo>
                    <a:pt x="2981893" y="8884793"/>
                  </a:lnTo>
                  <a:cubicBezTo>
                    <a:pt x="3711381" y="8884793"/>
                    <a:pt x="4414834" y="8613012"/>
                    <a:pt x="4962839" y="8119490"/>
                  </a:cubicBezTo>
                  <a:cubicBezTo>
                    <a:pt x="5525830" y="7612507"/>
                    <a:pt x="5867206" y="6915403"/>
                    <a:pt x="5924229" y="6156706"/>
                  </a:cubicBezTo>
                  <a:lnTo>
                    <a:pt x="5926769" y="6121527"/>
                  </a:lnTo>
                  <a:cubicBezTo>
                    <a:pt x="5939088" y="5781675"/>
                    <a:pt x="5943406" y="2923159"/>
                    <a:pt x="5919403" y="2680462"/>
                  </a:cubicBezTo>
                  <a:cubicBezTo>
                    <a:pt x="5847140" y="1947672"/>
                    <a:pt x="5506272" y="1272540"/>
                    <a:pt x="4959410" y="779272"/>
                  </a:cubicBezTo>
                  <a:cubicBezTo>
                    <a:pt x="4415596" y="289052"/>
                    <a:pt x="3714937" y="19050"/>
                    <a:pt x="2986338" y="19050"/>
                  </a:cubicBezTo>
                  <a:lnTo>
                    <a:pt x="2969193" y="19050"/>
                  </a:lnTo>
                  <a:close/>
                </a:path>
              </a:pathLst>
            </a:custGeom>
            <a:solidFill>
              <a:srgbClr val="877760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155625" y="155701"/>
              <a:ext cx="5657606" cy="8605520"/>
            </a:xfrm>
            <a:custGeom>
              <a:avLst/>
              <a:gdLst/>
              <a:ahLst/>
              <a:cxnLst/>
              <a:rect r="r" b="b" t="t" l="l"/>
              <a:pathLst>
                <a:path h="8605520" w="5657606">
                  <a:moveTo>
                    <a:pt x="2825065" y="8605394"/>
                  </a:moveTo>
                  <a:cubicBezTo>
                    <a:pt x="2127835" y="8605394"/>
                    <a:pt x="1455243" y="8345425"/>
                    <a:pt x="931114" y="7873493"/>
                  </a:cubicBezTo>
                  <a:cubicBezTo>
                    <a:pt x="393142" y="7388987"/>
                    <a:pt x="66879" y="6722873"/>
                    <a:pt x="12396" y="5997702"/>
                  </a:cubicBezTo>
                  <a:lnTo>
                    <a:pt x="10110" y="5966968"/>
                  </a:lnTo>
                  <a:cubicBezTo>
                    <a:pt x="-2209" y="5629021"/>
                    <a:pt x="-6781" y="2784729"/>
                    <a:pt x="16968" y="2544064"/>
                  </a:cubicBezTo>
                  <a:cubicBezTo>
                    <a:pt x="85929" y="1843532"/>
                    <a:pt x="411811" y="1198245"/>
                    <a:pt x="934543" y="726821"/>
                  </a:cubicBezTo>
                  <a:cubicBezTo>
                    <a:pt x="1454227" y="258064"/>
                    <a:pt x="2123898" y="0"/>
                    <a:pt x="2820239" y="0"/>
                  </a:cubicBezTo>
                  <a:lnTo>
                    <a:pt x="2837384" y="0"/>
                  </a:lnTo>
                  <a:cubicBezTo>
                    <a:pt x="3533725" y="0"/>
                    <a:pt x="4203396" y="258191"/>
                    <a:pt x="4723080" y="726949"/>
                  </a:cubicBezTo>
                  <a:cubicBezTo>
                    <a:pt x="5245812" y="1198373"/>
                    <a:pt x="5571694" y="1843787"/>
                    <a:pt x="5640655" y="2544192"/>
                  </a:cubicBezTo>
                  <a:cubicBezTo>
                    <a:pt x="5664404" y="2784857"/>
                    <a:pt x="5659832" y="5629149"/>
                    <a:pt x="5647386" y="5967731"/>
                  </a:cubicBezTo>
                  <a:lnTo>
                    <a:pt x="5645100" y="5997830"/>
                  </a:lnTo>
                  <a:cubicBezTo>
                    <a:pt x="5590617" y="6722999"/>
                    <a:pt x="5264354" y="7389242"/>
                    <a:pt x="4726382" y="7873747"/>
                  </a:cubicBezTo>
                  <a:cubicBezTo>
                    <a:pt x="4202380" y="8345679"/>
                    <a:pt x="3529788" y="8605521"/>
                    <a:pt x="2832558" y="8605521"/>
                  </a:cubicBezTo>
                  <a:lnTo>
                    <a:pt x="2825065" y="8605521"/>
                  </a:lnTo>
                  <a:close/>
                </a:path>
              </a:pathLst>
            </a:custGeom>
            <a:blipFill>
              <a:blip r:embed="rId4"/>
              <a:stretch>
                <a:fillRect l="-4" t="0" r="-4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536149" y="3314292"/>
            <a:ext cx="6443806" cy="1640273"/>
            <a:chOff x="0" y="0"/>
            <a:chExt cx="1697134" cy="43200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697134" cy="432006"/>
            </a:xfrm>
            <a:custGeom>
              <a:avLst/>
              <a:gdLst/>
              <a:ahLst/>
              <a:cxnLst/>
              <a:rect r="r" b="b" t="t" l="l"/>
              <a:pathLst>
                <a:path h="432006" w="1697134">
                  <a:moveTo>
                    <a:pt x="1493934" y="0"/>
                  </a:moveTo>
                  <a:cubicBezTo>
                    <a:pt x="1606158" y="0"/>
                    <a:pt x="1697134" y="96708"/>
                    <a:pt x="1697134" y="216003"/>
                  </a:cubicBezTo>
                  <a:cubicBezTo>
                    <a:pt x="1697134" y="335298"/>
                    <a:pt x="1606158" y="432006"/>
                    <a:pt x="1493934" y="432006"/>
                  </a:cubicBezTo>
                  <a:lnTo>
                    <a:pt x="203200" y="432006"/>
                  </a:lnTo>
                  <a:cubicBezTo>
                    <a:pt x="90976" y="432006"/>
                    <a:pt x="0" y="335298"/>
                    <a:pt x="0" y="216003"/>
                  </a:cubicBezTo>
                  <a:cubicBezTo>
                    <a:pt x="0" y="9670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7E6958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1697134" cy="4701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15820977" y="2070067"/>
            <a:ext cx="799416" cy="763442"/>
          </a:xfrm>
          <a:custGeom>
            <a:avLst/>
            <a:gdLst/>
            <a:ahLst/>
            <a:cxnLst/>
            <a:rect r="r" b="b" t="t" l="l"/>
            <a:pathLst>
              <a:path h="763442" w="799416">
                <a:moveTo>
                  <a:pt x="0" y="0"/>
                </a:moveTo>
                <a:lnTo>
                  <a:pt x="799416" y="0"/>
                </a:lnTo>
                <a:lnTo>
                  <a:pt x="799416" y="763443"/>
                </a:lnTo>
                <a:lnTo>
                  <a:pt x="0" y="76344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1859241" y="3088223"/>
            <a:ext cx="6005113" cy="2824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933"/>
              </a:lnSpc>
            </a:pPr>
            <a:r>
              <a:rPr lang="en-US" b="true" sz="19866">
                <a:solidFill>
                  <a:srgbClr val="000000"/>
                </a:solidFill>
                <a:latin typeface="Symphony Bold"/>
                <a:ea typeface="Symphony Bold"/>
                <a:cs typeface="Symphony Bold"/>
                <a:sym typeface="Symphony Bold"/>
              </a:rPr>
              <a:t>Benefits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042183" y="1843356"/>
            <a:ext cx="2937772" cy="1073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405"/>
              </a:lnSpc>
            </a:pPr>
            <a:r>
              <a:rPr lang="en-US" sz="7372" i="true">
                <a:solidFill>
                  <a:srgbClr val="000000"/>
                </a:solidFill>
                <a:latin typeface="IM Fell Italics"/>
                <a:ea typeface="IM Fell Italics"/>
                <a:cs typeface="IM Fell Italics"/>
                <a:sym typeface="IM Fell Italics"/>
              </a:rPr>
              <a:t>Key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536149" y="6749241"/>
            <a:ext cx="4239622" cy="316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65"/>
              </a:lnSpc>
            </a:pPr>
            <a:r>
              <a:rPr lang="en-US" b="true" sz="1923" spc="163">
                <a:solidFill>
                  <a:srgbClr val="000000"/>
                </a:solidFill>
                <a:latin typeface="Libra Serif Modern Bold"/>
                <a:ea typeface="Libra Serif Modern Bold"/>
                <a:cs typeface="Libra Serif Modern Bold"/>
                <a:sym typeface="Libra Serif Modern Bold"/>
              </a:rPr>
              <a:t>PERSONALIZED EXPERT CARE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536149" y="7852116"/>
            <a:ext cx="4239622" cy="316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65"/>
              </a:lnSpc>
            </a:pPr>
            <a:r>
              <a:rPr lang="en-US" b="true" sz="1923" spc="163">
                <a:solidFill>
                  <a:srgbClr val="000000"/>
                </a:solidFill>
                <a:latin typeface="Libra Serif Modern Bold"/>
                <a:ea typeface="Libra Serif Modern Bold"/>
                <a:cs typeface="Libra Serif Modern Bold"/>
                <a:sym typeface="Libra Serif Modern Bold"/>
              </a:rPr>
              <a:t>STYLIST-CLIENT MATCH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819589" y="3999118"/>
            <a:ext cx="706206" cy="251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09"/>
              </a:lnSpc>
            </a:pPr>
            <a:r>
              <a:rPr lang="en-US" b="true" sz="1470" spc="125">
                <a:solidFill>
                  <a:srgbClr val="000000"/>
                </a:solidFill>
                <a:latin typeface="Libra Serif Modern Bold"/>
                <a:ea typeface="Libra Serif Modern Bold"/>
                <a:cs typeface="Libra Serif Modern Bold"/>
                <a:sym typeface="Libra Serif Modern Bold"/>
              </a:rPr>
              <a:t>05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5820977" y="6386638"/>
            <a:ext cx="706206" cy="251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09"/>
              </a:lnSpc>
            </a:pPr>
            <a:r>
              <a:rPr lang="en-US" b="true" sz="1470" spc="125">
                <a:solidFill>
                  <a:srgbClr val="000000"/>
                </a:solidFill>
                <a:latin typeface="Libra Serif Modern Bold"/>
                <a:ea typeface="Libra Serif Modern Bold"/>
                <a:cs typeface="Libra Serif Modern Bold"/>
                <a:sym typeface="Libra Serif Modern Bold"/>
              </a:rPr>
              <a:t>06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1200312" y="7197309"/>
            <a:ext cx="2497255" cy="855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5"/>
              </a:lnSpc>
            </a:pPr>
            <a:r>
              <a:rPr lang="en-US" sz="2843" spc="227">
                <a:solidFill>
                  <a:srgbClr val="FFFFFF"/>
                </a:solidFill>
                <a:latin typeface="Cinzel"/>
                <a:ea typeface="Cinzel"/>
                <a:cs typeface="Cinzel"/>
                <a:sym typeface="Cinzel"/>
              </a:rPr>
              <a:t>happy results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48" t="0" r="-448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163176" y="484342"/>
            <a:ext cx="5961648" cy="185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76"/>
              </a:lnSpc>
            </a:pPr>
            <a:r>
              <a:rPr lang="en-US" b="true" sz="1200" spc="102">
                <a:solidFill>
                  <a:srgbClr val="000000"/>
                </a:solidFill>
                <a:latin typeface="Libra Serif Modern Bold"/>
                <a:ea typeface="Libra Serif Modern Bold"/>
                <a:cs typeface="Libra Serif Modern Bold"/>
                <a:sym typeface="Libra Serif Modern Bold"/>
              </a:rPr>
              <a:t>FACIAMATCH HAIR SALON</a:t>
            </a:r>
          </a:p>
        </p:txBody>
      </p:sp>
      <p:sp>
        <p:nvSpPr>
          <p:cNvPr name="AutoShape 4" id="4"/>
          <p:cNvSpPr/>
          <p:nvPr/>
        </p:nvSpPr>
        <p:spPr>
          <a:xfrm>
            <a:off x="2871148" y="582068"/>
            <a:ext cx="455067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AutoShape 5" id="5"/>
          <p:cNvSpPr/>
          <p:nvPr/>
        </p:nvSpPr>
        <p:spPr>
          <a:xfrm>
            <a:off x="10866181" y="582068"/>
            <a:ext cx="455067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oval" len="lg" w="lg"/>
            <a:tailEnd type="oval" len="lg" w="lg"/>
          </a:ln>
        </p:spPr>
      </p:sp>
      <p:grpSp>
        <p:nvGrpSpPr>
          <p:cNvPr name="Group 6" id="6"/>
          <p:cNvGrpSpPr/>
          <p:nvPr/>
        </p:nvGrpSpPr>
        <p:grpSpPr>
          <a:xfrm rot="0">
            <a:off x="6642309" y="6339424"/>
            <a:ext cx="4763721" cy="4763721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8C3B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2706399" y="1028700"/>
            <a:ext cx="5706478" cy="8229600"/>
            <a:chOff x="0" y="0"/>
            <a:chExt cx="6224905" cy="897724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648843" y="391922"/>
              <a:ext cx="4927219" cy="8193405"/>
            </a:xfrm>
            <a:custGeom>
              <a:avLst/>
              <a:gdLst/>
              <a:ahLst/>
              <a:cxnLst/>
              <a:rect r="r" b="b" t="t" l="l"/>
              <a:pathLst>
                <a:path h="8193405" w="4927219">
                  <a:moveTo>
                    <a:pt x="2463673" y="0"/>
                  </a:moveTo>
                  <a:cubicBezTo>
                    <a:pt x="3742436" y="7620"/>
                    <a:pt x="4908804" y="1092708"/>
                    <a:pt x="4927219" y="2446274"/>
                  </a:cubicBezTo>
                  <a:lnTo>
                    <a:pt x="4927219" y="8193405"/>
                  </a:lnTo>
                  <a:lnTo>
                    <a:pt x="0" y="8193405"/>
                  </a:lnTo>
                  <a:lnTo>
                    <a:pt x="0" y="2446274"/>
                  </a:lnTo>
                  <a:cubicBezTo>
                    <a:pt x="18542" y="1092708"/>
                    <a:pt x="1184783" y="7620"/>
                    <a:pt x="2463673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9" r="0" b="-9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1397"/>
              <a:ext cx="6224905" cy="8974582"/>
            </a:xfrm>
            <a:custGeom>
              <a:avLst/>
              <a:gdLst/>
              <a:ahLst/>
              <a:cxnLst/>
              <a:rect r="r" b="b" t="t" l="l"/>
              <a:pathLst>
                <a:path h="8974582" w="6224905">
                  <a:moveTo>
                    <a:pt x="4823460" y="1102106"/>
                  </a:moveTo>
                  <a:cubicBezTo>
                    <a:pt x="4356227" y="647573"/>
                    <a:pt x="3732530" y="384683"/>
                    <a:pt x="3112516" y="381000"/>
                  </a:cubicBezTo>
                  <a:lnTo>
                    <a:pt x="3112389" y="381000"/>
                  </a:lnTo>
                  <a:cubicBezTo>
                    <a:pt x="2492248" y="384683"/>
                    <a:pt x="1868678" y="647446"/>
                    <a:pt x="1401445" y="1102106"/>
                  </a:cubicBezTo>
                  <a:cubicBezTo>
                    <a:pt x="918845" y="1571625"/>
                    <a:pt x="648208" y="2187575"/>
                    <a:pt x="639445" y="2836799"/>
                  </a:cubicBezTo>
                  <a:lnTo>
                    <a:pt x="639445" y="8593455"/>
                  </a:lnTo>
                  <a:lnTo>
                    <a:pt x="5585587" y="8593455"/>
                  </a:lnTo>
                  <a:lnTo>
                    <a:pt x="5585587" y="2836672"/>
                  </a:lnTo>
                  <a:cubicBezTo>
                    <a:pt x="5576697" y="2187575"/>
                    <a:pt x="5306060" y="1571498"/>
                    <a:pt x="4823460" y="1102106"/>
                  </a:cubicBezTo>
                  <a:close/>
                  <a:moveTo>
                    <a:pt x="5566537" y="8574405"/>
                  </a:moveTo>
                  <a:lnTo>
                    <a:pt x="658368" y="8574405"/>
                  </a:lnTo>
                  <a:lnTo>
                    <a:pt x="658368" y="2836926"/>
                  </a:lnTo>
                  <a:cubicBezTo>
                    <a:pt x="667131" y="2192909"/>
                    <a:pt x="935736" y="1581658"/>
                    <a:pt x="1414653" y="1115695"/>
                  </a:cubicBezTo>
                  <a:cubicBezTo>
                    <a:pt x="1878457" y="664464"/>
                    <a:pt x="2497201" y="403606"/>
                    <a:pt x="3112389" y="400050"/>
                  </a:cubicBezTo>
                  <a:cubicBezTo>
                    <a:pt x="3727577" y="403733"/>
                    <a:pt x="4346448" y="664591"/>
                    <a:pt x="4810125" y="1115695"/>
                  </a:cubicBezTo>
                  <a:cubicBezTo>
                    <a:pt x="5289042" y="1581658"/>
                    <a:pt x="5557647" y="2192909"/>
                    <a:pt x="5566410" y="2836799"/>
                  </a:cubicBezTo>
                  <a:lnTo>
                    <a:pt x="5566410" y="8574405"/>
                  </a:lnTo>
                  <a:close/>
                  <a:moveTo>
                    <a:pt x="6224905" y="3335147"/>
                  </a:moveTo>
                  <a:cubicBezTo>
                    <a:pt x="6082792" y="3314700"/>
                    <a:pt x="6006973" y="3227705"/>
                    <a:pt x="5966460" y="3137662"/>
                  </a:cubicBezTo>
                  <a:lnTo>
                    <a:pt x="5966460" y="2831465"/>
                  </a:lnTo>
                  <a:cubicBezTo>
                    <a:pt x="5956173" y="2080641"/>
                    <a:pt x="5644642" y="1369441"/>
                    <a:pt x="5089144" y="828929"/>
                  </a:cubicBezTo>
                  <a:cubicBezTo>
                    <a:pt x="4552061" y="306451"/>
                    <a:pt x="3832352" y="4191"/>
                    <a:pt x="3114675" y="0"/>
                  </a:cubicBezTo>
                  <a:lnTo>
                    <a:pt x="3110103" y="0"/>
                  </a:lnTo>
                  <a:cubicBezTo>
                    <a:pt x="2392553" y="4191"/>
                    <a:pt x="1672844" y="306451"/>
                    <a:pt x="1135634" y="828929"/>
                  </a:cubicBezTo>
                  <a:cubicBezTo>
                    <a:pt x="580136" y="1369314"/>
                    <a:pt x="268605" y="2080514"/>
                    <a:pt x="258318" y="2831592"/>
                  </a:cubicBezTo>
                  <a:lnTo>
                    <a:pt x="258318" y="6489573"/>
                  </a:lnTo>
                  <a:cubicBezTo>
                    <a:pt x="217805" y="6579616"/>
                    <a:pt x="141986" y="6666611"/>
                    <a:pt x="0" y="6687058"/>
                  </a:cubicBezTo>
                  <a:cubicBezTo>
                    <a:pt x="142113" y="6707505"/>
                    <a:pt x="217932" y="6794501"/>
                    <a:pt x="258318" y="6884543"/>
                  </a:cubicBezTo>
                  <a:lnTo>
                    <a:pt x="258318" y="8974582"/>
                  </a:lnTo>
                  <a:lnTo>
                    <a:pt x="5966460" y="8974582"/>
                  </a:lnTo>
                  <a:lnTo>
                    <a:pt x="5966460" y="3532759"/>
                  </a:lnTo>
                  <a:cubicBezTo>
                    <a:pt x="6006973" y="3442589"/>
                    <a:pt x="6082792" y="3355594"/>
                    <a:pt x="6224905" y="3335147"/>
                  </a:cubicBezTo>
                  <a:close/>
                  <a:moveTo>
                    <a:pt x="277368" y="8955405"/>
                  </a:moveTo>
                  <a:lnTo>
                    <a:pt x="277368" y="6884416"/>
                  </a:lnTo>
                  <a:cubicBezTo>
                    <a:pt x="317881" y="6794373"/>
                    <a:pt x="393700" y="6707505"/>
                    <a:pt x="535686" y="6687058"/>
                  </a:cubicBezTo>
                  <a:cubicBezTo>
                    <a:pt x="393700" y="6666611"/>
                    <a:pt x="317881" y="6579616"/>
                    <a:pt x="277368" y="6489700"/>
                  </a:cubicBezTo>
                  <a:lnTo>
                    <a:pt x="277368" y="2831846"/>
                  </a:lnTo>
                  <a:cubicBezTo>
                    <a:pt x="287528" y="2086102"/>
                    <a:pt x="597027" y="1379601"/>
                    <a:pt x="1148969" y="842772"/>
                  </a:cubicBezTo>
                  <a:cubicBezTo>
                    <a:pt x="1682623" y="323469"/>
                    <a:pt x="2397506" y="23241"/>
                    <a:pt x="3110230" y="19050"/>
                  </a:cubicBezTo>
                  <a:lnTo>
                    <a:pt x="3114675" y="19050"/>
                  </a:lnTo>
                  <a:cubicBezTo>
                    <a:pt x="3827399" y="23241"/>
                    <a:pt x="4542282" y="323469"/>
                    <a:pt x="5075936" y="842645"/>
                  </a:cubicBezTo>
                  <a:cubicBezTo>
                    <a:pt x="5627878" y="1379601"/>
                    <a:pt x="5937377" y="2085975"/>
                    <a:pt x="5947537" y="2831592"/>
                  </a:cubicBezTo>
                  <a:lnTo>
                    <a:pt x="5947537" y="3137789"/>
                  </a:lnTo>
                  <a:cubicBezTo>
                    <a:pt x="5907024" y="3227705"/>
                    <a:pt x="5831205" y="3314700"/>
                    <a:pt x="5689219" y="3335147"/>
                  </a:cubicBezTo>
                  <a:cubicBezTo>
                    <a:pt x="5831205" y="3355594"/>
                    <a:pt x="5907024" y="3442462"/>
                    <a:pt x="5947537" y="3532505"/>
                  </a:cubicBezTo>
                  <a:lnTo>
                    <a:pt x="5947537" y="8955405"/>
                  </a:lnTo>
                  <a:lnTo>
                    <a:pt x="277368" y="8955405"/>
                  </a:lnTo>
                  <a:close/>
                </a:path>
              </a:pathLst>
            </a:custGeom>
            <a:solidFill>
              <a:srgbClr val="4E3B2D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555878" y="5143500"/>
            <a:ext cx="3425523" cy="3425523"/>
            <a:chOff x="0" y="0"/>
            <a:chExt cx="7620000" cy="762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620000" cy="7620000"/>
            </a:xfrm>
            <a:custGeom>
              <a:avLst/>
              <a:gdLst/>
              <a:ahLst/>
              <a:cxnLst/>
              <a:rect r="r" b="b" t="t" l="l"/>
              <a:pathLst>
                <a:path h="7620000" w="7620000">
                  <a:moveTo>
                    <a:pt x="6826250" y="0"/>
                  </a:moveTo>
                  <a:lnTo>
                    <a:pt x="793750" y="0"/>
                  </a:lnTo>
                  <a:cubicBezTo>
                    <a:pt x="355600" y="0"/>
                    <a:pt x="0" y="355600"/>
                    <a:pt x="0" y="793750"/>
                  </a:cubicBezTo>
                  <a:lnTo>
                    <a:pt x="0" y="7620000"/>
                  </a:lnTo>
                  <a:lnTo>
                    <a:pt x="6826250" y="7620000"/>
                  </a:lnTo>
                  <a:cubicBezTo>
                    <a:pt x="7264400" y="7620000"/>
                    <a:pt x="7620000" y="7264400"/>
                    <a:pt x="7620000" y="6826250"/>
                  </a:cubicBezTo>
                  <a:lnTo>
                    <a:pt x="7620000" y="0"/>
                  </a:lnTo>
                  <a:lnTo>
                    <a:pt x="682625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3491406" y="5143500"/>
            <a:ext cx="3425523" cy="3425523"/>
            <a:chOff x="0" y="0"/>
            <a:chExt cx="7620000" cy="762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620000" cy="7620000"/>
            </a:xfrm>
            <a:custGeom>
              <a:avLst/>
              <a:gdLst/>
              <a:ahLst/>
              <a:cxnLst/>
              <a:rect r="r" b="b" t="t" l="l"/>
              <a:pathLst>
                <a:path h="7620000" w="7620000">
                  <a:moveTo>
                    <a:pt x="6826250" y="0"/>
                  </a:moveTo>
                  <a:lnTo>
                    <a:pt x="793750" y="0"/>
                  </a:lnTo>
                  <a:cubicBezTo>
                    <a:pt x="355600" y="0"/>
                    <a:pt x="0" y="355600"/>
                    <a:pt x="0" y="793750"/>
                  </a:cubicBezTo>
                  <a:lnTo>
                    <a:pt x="0" y="7620000"/>
                  </a:lnTo>
                  <a:lnTo>
                    <a:pt x="6826250" y="7620000"/>
                  </a:lnTo>
                  <a:cubicBezTo>
                    <a:pt x="7264400" y="7620000"/>
                    <a:pt x="7620000" y="7264400"/>
                    <a:pt x="7620000" y="6826250"/>
                  </a:cubicBezTo>
                  <a:lnTo>
                    <a:pt x="7620000" y="0"/>
                  </a:lnTo>
                  <a:lnTo>
                    <a:pt x="682625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7047484" y="2136697"/>
            <a:ext cx="6443921" cy="1640302"/>
            <a:chOff x="0" y="0"/>
            <a:chExt cx="1697134" cy="43200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697134" cy="432006"/>
            </a:xfrm>
            <a:custGeom>
              <a:avLst/>
              <a:gdLst/>
              <a:ahLst/>
              <a:cxnLst/>
              <a:rect r="r" b="b" t="t" l="l"/>
              <a:pathLst>
                <a:path h="432006" w="1697134">
                  <a:moveTo>
                    <a:pt x="1493934" y="0"/>
                  </a:moveTo>
                  <a:cubicBezTo>
                    <a:pt x="1606158" y="0"/>
                    <a:pt x="1697134" y="96708"/>
                    <a:pt x="1697134" y="216003"/>
                  </a:cubicBezTo>
                  <a:cubicBezTo>
                    <a:pt x="1697134" y="335298"/>
                    <a:pt x="1606158" y="432006"/>
                    <a:pt x="1493934" y="432006"/>
                  </a:cubicBezTo>
                  <a:lnTo>
                    <a:pt x="203200" y="432006"/>
                  </a:lnTo>
                  <a:cubicBezTo>
                    <a:pt x="90976" y="432006"/>
                    <a:pt x="0" y="335298"/>
                    <a:pt x="0" y="216003"/>
                  </a:cubicBezTo>
                  <a:cubicBezTo>
                    <a:pt x="0" y="9670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7E6958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697134" cy="4701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7047484" y="2823285"/>
            <a:ext cx="6149668" cy="5907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83"/>
              </a:lnSpc>
            </a:pPr>
            <a:r>
              <a:rPr lang="en-US" sz="6966">
                <a:solidFill>
                  <a:srgbClr val="000000"/>
                </a:solidFill>
                <a:latin typeface="IM Fell"/>
                <a:ea typeface="IM Fell"/>
                <a:cs typeface="IM Fell"/>
                <a:sym typeface="IM Fell"/>
              </a:rPr>
              <a:t>Transform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122258" y="3142386"/>
            <a:ext cx="3137042" cy="1254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16"/>
              </a:lnSpc>
            </a:pPr>
            <a:r>
              <a:rPr lang="en-US" sz="1768" i="true">
                <a:solidFill>
                  <a:srgbClr val="000000"/>
                </a:solidFill>
                <a:latin typeface="IM Fell Italics"/>
                <a:ea typeface="IM Fell Italics"/>
                <a:cs typeface="IM Fell Italics"/>
                <a:sym typeface="IM Fell Italics"/>
              </a:rPr>
              <a:t>Your Salon Experience</a:t>
            </a:r>
          </a:p>
          <a:p>
            <a:pPr algn="l" marL="0" indent="0" lvl="0">
              <a:lnSpc>
                <a:spcPts val="2016"/>
              </a:lnSpc>
            </a:pPr>
            <a:r>
              <a:rPr lang="en-US" sz="1768" i="true">
                <a:solidFill>
                  <a:srgbClr val="000000"/>
                </a:solidFill>
                <a:latin typeface="IM Fell Italics"/>
                <a:ea typeface="IM Fell Italics"/>
                <a:cs typeface="IM Fell Italics"/>
                <a:sym typeface="IM Fell Italics"/>
              </a:rPr>
              <a:t>Schedule a demo or partner with us:</a:t>
            </a:r>
          </a:p>
          <a:p>
            <a:pPr algn="l" marL="0" indent="0" lvl="0">
              <a:lnSpc>
                <a:spcPts val="2016"/>
              </a:lnSpc>
            </a:pPr>
            <a:r>
              <a:rPr lang="en-US" sz="1768" i="true">
                <a:solidFill>
                  <a:srgbClr val="000000"/>
                </a:solidFill>
                <a:latin typeface="IM Fell Italics"/>
                <a:ea typeface="IM Fell Italics"/>
                <a:cs typeface="IM Fell Italics"/>
                <a:sym typeface="IM Fell Italics"/>
              </a:rPr>
              <a:t>www.faciamatch.com</a:t>
            </a:r>
          </a:p>
          <a:p>
            <a:pPr algn="l" marL="0" indent="0" lvl="0">
              <a:lnSpc>
                <a:spcPts val="2016"/>
              </a:lnSpc>
            </a:pPr>
            <a:r>
              <a:rPr lang="en-US" sz="1768" i="true">
                <a:solidFill>
                  <a:srgbClr val="000000"/>
                </a:solidFill>
                <a:latin typeface="IM Fell Italics"/>
                <a:ea typeface="IM Fell Italics"/>
                <a:cs typeface="IM Fell Italics"/>
                <a:sym typeface="IM Fell Italics"/>
              </a:rPr>
              <a:t>contact@faciamatch.com</a:t>
            </a:r>
          </a:p>
          <a:p>
            <a:pPr algn="l" marL="0" indent="0" lvl="0">
              <a:lnSpc>
                <a:spcPts val="2016"/>
              </a:lnSpc>
            </a:pPr>
            <a:r>
              <a:rPr lang="en-US" sz="1768" i="true">
                <a:solidFill>
                  <a:srgbClr val="000000"/>
                </a:solidFill>
                <a:latin typeface="IM Fell Italics"/>
                <a:ea typeface="IM Fell Italics"/>
                <a:cs typeface="IM Fell Italics"/>
                <a:sym typeface="IM Fell Italics"/>
              </a:rPr>
              <a:t>+1 (800) 324-2628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DAHYtc7yH6o</dc:identifier>
  <dcterms:modified xsi:type="dcterms:W3CDTF">2011-08-01T06:04:30Z</dcterms:modified>
  <cp:revision>1</cp:revision>
  <dc:title>FaciaMatch Project</dc:title>
</cp:coreProperties>
</file>